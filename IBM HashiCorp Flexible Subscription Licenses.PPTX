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62" r:id="rId1"/>
    <p:sldMasterId id="2147484016" r:id="rId2"/>
  </p:sldMasterIdLst>
  <p:notesMasterIdLst>
    <p:notesMasterId r:id="rId16"/>
  </p:notesMasterIdLst>
  <p:handoutMasterIdLst>
    <p:handoutMasterId r:id="rId17"/>
  </p:handoutMasterIdLst>
  <p:sldIdLst>
    <p:sldId id="625" r:id="rId3"/>
    <p:sldId id="404" r:id="rId4"/>
    <p:sldId id="2147482540" r:id="rId5"/>
    <p:sldId id="2147482546" r:id="rId6"/>
    <p:sldId id="2147482539" r:id="rId7"/>
    <p:sldId id="2147482545" r:id="rId8"/>
    <p:sldId id="2147482541" r:id="rId9"/>
    <p:sldId id="725" r:id="rId10"/>
    <p:sldId id="729" r:id="rId11"/>
    <p:sldId id="2147482547" r:id="rId12"/>
    <p:sldId id="2147482534" r:id="rId13"/>
    <p:sldId id="2147482544" r:id="rId14"/>
    <p:sldId id="439" r:id="rId15"/>
  </p:sldIdLst>
  <p:sldSz cx="24387175" cy="13716000"/>
  <p:notesSz cx="6858000" cy="9144000"/>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slides" id="{4700659D-582D-3B47-8AF6-59C9324AA29A}">
          <p14:sldIdLst>
            <p14:sldId id="625"/>
            <p14:sldId id="404"/>
            <p14:sldId id="2147482540"/>
            <p14:sldId id="2147482546"/>
            <p14:sldId id="2147482539"/>
            <p14:sldId id="2147482545"/>
            <p14:sldId id="2147482541"/>
            <p14:sldId id="725"/>
            <p14:sldId id="729"/>
            <p14:sldId id="2147482547"/>
            <p14:sldId id="2147482534"/>
            <p14:sldId id="2147482544"/>
            <p14:sldId id="43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B01C0B-8258-9428-55D1-C96871307A3C}" name="Matthias Staub" initials="MS" userId="VEu33TtU4uHqkatAlw77L1IH5L985zlaoGrcO9ny7ns=" providerId="None"/>
  <p188:author id="{48017D89-0E5B-A838-D574-D846EEA94730}" name="Matthias Staub" initials="" userId="S::matthias.staub@ch.ibm.com::1b5f5573-a4f7-4dc0-8b7c-5b7103e89cab" providerId="AD"/>
  <p188:author id="{B4ACD1E7-EDEA-574C-3CC2-1DB1D77FB010}" name="Ling Wong" initials="LW" userId="Ling Wong"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0C7DC"/>
    <a:srgbClr val="E0E7FF"/>
    <a:srgbClr val="F34C53"/>
    <a:srgbClr val="C9E6A7"/>
    <a:srgbClr val="E0E6FF"/>
    <a:srgbClr val="000000"/>
    <a:srgbClr val="20153E"/>
    <a:srgbClr val="FEDA62"/>
    <a:srgbClr val="B192CA"/>
    <a:srgbClr val="E137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70"/>
    <p:restoredTop sz="95509"/>
  </p:normalViewPr>
  <p:slideViewPr>
    <p:cSldViewPr snapToGrid="0" snapToObjects="1">
      <p:cViewPr varScale="1">
        <p:scale>
          <a:sx n="55" d="100"/>
          <a:sy n="55" d="100"/>
        </p:scale>
        <p:origin x="1296" y="216"/>
      </p:cViewPr>
      <p:guideLst/>
    </p:cSldViewPr>
  </p:slideViewPr>
  <p:outlineViewPr>
    <p:cViewPr>
      <p:scale>
        <a:sx n="33" d="100"/>
        <a:sy n="33" d="100"/>
      </p:scale>
      <p:origin x="-56" y="0"/>
    </p:cViewPr>
  </p:outlineViewPr>
  <p:notesTextViewPr>
    <p:cViewPr>
      <p:scale>
        <a:sx n="1" d="1"/>
        <a:sy n="1" d="1"/>
      </p:scale>
      <p:origin x="0" y="0"/>
    </p:cViewPr>
  </p:notesTextViewPr>
  <p:sorterViewPr>
    <p:cViewPr>
      <p:scale>
        <a:sx n="1" d="1"/>
        <a:sy n="1" d="1"/>
      </p:scale>
      <p:origin x="0" y="0"/>
    </p:cViewPr>
  </p:sorterViewPr>
  <p:notesViewPr>
    <p:cSldViewPr snapToGrid="0"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2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BR"/>
          </a:p>
        </p:txBody>
      </p:sp>
      <p:sp>
        <p:nvSpPr>
          <p:cNvPr id="4" name="Slide Number Placeholder 3"/>
          <p:cNvSpPr>
            <a:spLocks noGrp="1"/>
          </p:cNvSpPr>
          <p:nvPr>
            <p:ph type="sldNum" sz="quarter" idx="5"/>
          </p:nvPr>
        </p:nvSpPr>
        <p:spPr/>
        <p:txBody>
          <a:bodyPr/>
          <a:lstStyle/>
          <a:p>
            <a:fld id="{6E2E38B8-B0B4-AD41-AC6E-B781F46A9FD3}" type="slidenum">
              <a:rPr lang="en-US" smtClean="0"/>
              <a:pPr/>
              <a:t>2</a:t>
            </a:fld>
            <a:endParaRPr lang="en-US" dirty="0"/>
          </a:p>
        </p:txBody>
      </p:sp>
      <p:sp>
        <p:nvSpPr>
          <p:cNvPr id="5" name="Footer Placeholder 4"/>
          <p:cNvSpPr>
            <a:spLocks noGrp="1"/>
          </p:cNvSpPr>
          <p:nvPr>
            <p:ph type="ftr" sz="quarter" idx="4"/>
          </p:nvPr>
        </p:nvSpPr>
        <p:spPr/>
        <p:txBody>
          <a:bodyPr/>
          <a:lstStyle/>
          <a:p>
            <a:r>
              <a:rPr lang="en-US" dirty="0"/>
              <a:t>Footer</a:t>
            </a:r>
          </a:p>
        </p:txBody>
      </p:sp>
    </p:spTree>
    <p:extLst>
      <p:ext uri="{BB962C8B-B14F-4D97-AF65-F5344CB8AC3E}">
        <p14:creationId xmlns:p14="http://schemas.microsoft.com/office/powerpoint/2010/main" val="2623346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4EA5E9B-34C2-05FC-CA47-10C4F061B24A}"/>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2024 IBM Corporation</a:t>
            </a:r>
          </a:p>
        </p:txBody>
      </p:sp>
      <p:sp>
        <p:nvSpPr>
          <p:cNvPr id="5" name="Slide Number">
            <a:extLst>
              <a:ext uri="{FF2B5EF4-FFF2-40B4-BE49-F238E27FC236}">
                <a16:creationId xmlns:a16="http://schemas.microsoft.com/office/drawing/2014/main" id="{4E3177A8-3E03-D66E-EB8A-6BA0D99BCB4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9"/>
            <a:ext cx="22283928" cy="1272474"/>
          </a:xfrm>
        </p:spPr>
        <p:txBody>
          <a:bodyPr/>
          <a:lstStyle>
            <a:lvl1pPr>
              <a:lnSpc>
                <a:spcPct val="100000"/>
              </a:lnSpc>
              <a:defRPr sz="8600"/>
            </a:lvl1pPr>
          </a:lstStyle>
          <a:p>
            <a:r>
              <a:rPr lang="en-US" dirty="0"/>
              <a:t>Click to edit Master title style</a:t>
            </a:r>
          </a:p>
        </p:txBody>
      </p:sp>
      <p:sp>
        <p:nvSpPr>
          <p:cNvPr id="4" name="Text Placeholder 6">
            <a:extLst>
              <a:ext uri="{FF2B5EF4-FFF2-40B4-BE49-F238E27FC236}">
                <a16:creationId xmlns:a16="http://schemas.microsoft.com/office/drawing/2014/main" id="{408D6625-A800-5A29-279A-9A065D935D84}"/>
              </a:ext>
            </a:extLst>
          </p:cNvPr>
          <p:cNvSpPr>
            <a:spLocks noGrp="1"/>
          </p:cNvSpPr>
          <p:nvPr>
            <p:ph type="body" sz="quarter" idx="12" hasCustomPrompt="1"/>
          </p:nvPr>
        </p:nvSpPr>
        <p:spPr>
          <a:xfrm>
            <a:off x="576072" y="1666462"/>
            <a:ext cx="22283928" cy="6096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dirty="0"/>
              <a:t>Click to edit eyebrow master text style</a:t>
            </a:r>
          </a:p>
        </p:txBody>
      </p:sp>
      <p:sp>
        <p:nvSpPr>
          <p:cNvPr id="5" name="Footer Placeholder 3">
            <a:extLst>
              <a:ext uri="{FF2B5EF4-FFF2-40B4-BE49-F238E27FC236}">
                <a16:creationId xmlns:a16="http://schemas.microsoft.com/office/drawing/2014/main" id="{5AE9068E-F46C-01C4-6D81-84AC1E69A0B5}"/>
              </a:ext>
            </a:extLst>
          </p:cNvPr>
          <p:cNvSpPr>
            <a:spLocks noGrp="1"/>
          </p:cNvSpPr>
          <p:nvPr>
            <p:ph type="ftr" sz="quarter" idx="18"/>
          </p:nvPr>
        </p:nvSpPr>
        <p:spPr>
          <a:xfrm>
            <a:off x="574675" y="12938838"/>
            <a:ext cx="12804776" cy="246221"/>
          </a:xfrm>
        </p:spPr>
        <p:txBody>
          <a:bodyPr/>
          <a:lstStyle>
            <a:lvl1pPr marL="0" marR="0" indent="0" algn="l" defTabSz="1829379" rtl="0" eaLnBrk="1" fontAlgn="auto" latinLnBrk="0" hangingPunct="1">
              <a:lnSpc>
                <a:spcPct val="100000"/>
              </a:lnSpc>
              <a:spcBef>
                <a:spcPts val="0"/>
              </a:spcBef>
              <a:spcAft>
                <a:spcPts val="0"/>
              </a:spcAft>
              <a:buClrTx/>
              <a:buSzTx/>
              <a:buFontTx/>
              <a:buNone/>
              <a:tabLst/>
              <a:defRPr/>
            </a:lvl1pPr>
          </a:lstStyle>
          <a:p>
            <a:r>
              <a:rPr lang="en-US" dirty="0"/>
              <a:t>IBM Automation / IBM &amp; IBM Business Partner Use Only / © 2024 IBM Corporation</a:t>
            </a:r>
          </a:p>
        </p:txBody>
      </p:sp>
      <p:sp>
        <p:nvSpPr>
          <p:cNvPr id="6" name="Slide Number">
            <a:extLst>
              <a:ext uri="{FF2B5EF4-FFF2-40B4-BE49-F238E27FC236}">
                <a16:creationId xmlns:a16="http://schemas.microsoft.com/office/drawing/2014/main" id="{2F750D69-8735-FE34-D419-429EEE61124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79668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9"/>
            <a:ext cx="22283928" cy="1272474"/>
          </a:xfrm>
        </p:spPr>
        <p:txBody>
          <a:bodyPr/>
          <a:lstStyle>
            <a:lvl1pPr>
              <a:lnSpc>
                <a:spcPct val="100000"/>
              </a:lnSpc>
              <a:defRPr sz="8600"/>
            </a:lvl1pPr>
          </a:lstStyle>
          <a:p>
            <a:r>
              <a:rPr lang="en-US" dirty="0"/>
              <a:t>Click to edit Master title style</a:t>
            </a:r>
          </a:p>
        </p:txBody>
      </p:sp>
      <p:sp>
        <p:nvSpPr>
          <p:cNvPr id="5" name="Footer Placeholder 3">
            <a:extLst>
              <a:ext uri="{FF2B5EF4-FFF2-40B4-BE49-F238E27FC236}">
                <a16:creationId xmlns:a16="http://schemas.microsoft.com/office/drawing/2014/main" id="{5AE9068E-F46C-01C4-6D81-84AC1E69A0B5}"/>
              </a:ext>
            </a:extLst>
          </p:cNvPr>
          <p:cNvSpPr>
            <a:spLocks noGrp="1"/>
          </p:cNvSpPr>
          <p:nvPr>
            <p:ph type="ftr" sz="quarter" idx="18"/>
          </p:nvPr>
        </p:nvSpPr>
        <p:spPr>
          <a:xfrm>
            <a:off x="574675" y="12938838"/>
            <a:ext cx="12804776" cy="246221"/>
          </a:xfrm>
        </p:spPr>
        <p:txBody>
          <a:bodyPr/>
          <a:lstStyle>
            <a:lvl1pPr marL="0" marR="0" indent="0" algn="l" defTabSz="1829379" rtl="0" eaLnBrk="1" fontAlgn="auto" latinLnBrk="0" hangingPunct="1">
              <a:lnSpc>
                <a:spcPct val="100000"/>
              </a:lnSpc>
              <a:spcBef>
                <a:spcPts val="0"/>
              </a:spcBef>
              <a:spcAft>
                <a:spcPts val="0"/>
              </a:spcAft>
              <a:buClrTx/>
              <a:buSzTx/>
              <a:buFontTx/>
              <a:buNone/>
              <a:tabLst/>
              <a:defRPr/>
            </a:lvl1pPr>
          </a:lstStyle>
          <a:p>
            <a:r>
              <a:rPr lang="en-US" dirty="0"/>
              <a:t>IBM Automation / IBM &amp; IBM Business Partner Use Only / © 2024 IBM Corporation</a:t>
            </a:r>
          </a:p>
        </p:txBody>
      </p:sp>
      <p:sp>
        <p:nvSpPr>
          <p:cNvPr id="6" name="Slide Number">
            <a:extLst>
              <a:ext uri="{FF2B5EF4-FFF2-40B4-BE49-F238E27FC236}">
                <a16:creationId xmlns:a16="http://schemas.microsoft.com/office/drawing/2014/main" id="{2F750D69-8735-FE34-D419-429EEE61124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1213442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5" y="569913"/>
            <a:ext cx="4949825"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2025 IBM Corporation</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1430394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p:spPr>
        <p:txBody>
          <a:bodyPr/>
          <a:lstStyle>
            <a:lvl1pPr>
              <a:lnSpc>
                <a:spcPct val="100000"/>
              </a:lnSpc>
              <a:spcBef>
                <a:spcPts val="0"/>
              </a:spcBef>
              <a:defRPr sz="64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B485A29D-9C97-B988-2423-C80D86F19002}"/>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2024 IBM Corporation</a:t>
            </a:r>
          </a:p>
        </p:txBody>
      </p:sp>
      <p:sp>
        <p:nvSpPr>
          <p:cNvPr id="8" name="Slide Number">
            <a:extLst>
              <a:ext uri="{FF2B5EF4-FFF2-40B4-BE49-F238E27FC236}">
                <a16:creationId xmlns:a16="http://schemas.microsoft.com/office/drawing/2014/main" id="{4B4DF190-6E6D-AE33-F44D-2336BB85969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p:spPr>
        <p:txBody>
          <a:bodyPr/>
          <a:lstStyle>
            <a:lvl1pPr>
              <a:lnSpc>
                <a:spcPct val="100000"/>
              </a:lnSpc>
              <a:spcBef>
                <a:spcPts val="0"/>
              </a:spcBef>
              <a:defRPr sz="64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1216152" cy="1214462"/>
          </a:xfr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B323764D-6CAA-C166-7EED-E6FAC5C5F91E}"/>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2024 IBM Corporation</a:t>
            </a:r>
          </a:p>
        </p:txBody>
      </p:sp>
      <p:sp>
        <p:nvSpPr>
          <p:cNvPr id="10" name="Slide Number">
            <a:extLst>
              <a:ext uri="{FF2B5EF4-FFF2-40B4-BE49-F238E27FC236}">
                <a16:creationId xmlns:a16="http://schemas.microsoft.com/office/drawing/2014/main" id="{0C63DCC0-EE17-34AE-2587-85A67737914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133412524"/>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576072"/>
            <a:ext cx="4956175" cy="4573587"/>
          </a:xfrm>
        </p:spPr>
        <p:txBody>
          <a:bodyPr/>
          <a:lstStyle>
            <a:lvl1pPr>
              <a:lnSpc>
                <a:spcPct val="100000"/>
              </a:lnSpc>
              <a:defRPr sz="28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B1D3AFF-4400-CFFA-454D-ECE945B6A4D4}"/>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2024 IBM Corporation</a:t>
            </a:r>
          </a:p>
        </p:txBody>
      </p:sp>
      <p:sp>
        <p:nvSpPr>
          <p:cNvPr id="6" name="Slide Number">
            <a:extLst>
              <a:ext uri="{FF2B5EF4-FFF2-40B4-BE49-F238E27FC236}">
                <a16:creationId xmlns:a16="http://schemas.microsoft.com/office/drawing/2014/main" id="{5104B3B2-3807-429F-C417-682FE69C1EA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33C16C5-0AEC-83DA-B78C-F19F251AFEBB}"/>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2024 IBM Corporation</a:t>
            </a:r>
          </a:p>
        </p:txBody>
      </p:sp>
      <p:sp>
        <p:nvSpPr>
          <p:cNvPr id="6" name="Slide Number">
            <a:extLst>
              <a:ext uri="{FF2B5EF4-FFF2-40B4-BE49-F238E27FC236}">
                <a16:creationId xmlns:a16="http://schemas.microsoft.com/office/drawing/2014/main" id="{36C59B4A-A817-8148-4C1E-B5DC6BFB09A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8FDE0CE8-2F3A-4B7C-5F70-9B8EDC9CC188}"/>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2024 IBM Corporation</a:t>
            </a:r>
          </a:p>
        </p:txBody>
      </p:sp>
      <p:sp>
        <p:nvSpPr>
          <p:cNvPr id="5" name="Slide Number">
            <a:extLst>
              <a:ext uri="{FF2B5EF4-FFF2-40B4-BE49-F238E27FC236}">
                <a16:creationId xmlns:a16="http://schemas.microsoft.com/office/drawing/2014/main" id="{D8342237-EB28-9CA5-42F9-9E1C56B5C75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7048"/>
          </a:xfrm>
        </p:spPr>
        <p:txBody>
          <a:bodyPr/>
          <a:lstStyle>
            <a:lvl1pPr>
              <a:lnSpc>
                <a:spcPct val="110000"/>
              </a:lnSpc>
              <a:defRPr sz="2800">
                <a:solidFill>
                  <a:schemeClr val="tx2"/>
                </a:solidFill>
              </a:defRPr>
            </a:lvl1pPr>
          </a:lstStyle>
          <a:p>
            <a:r>
              <a:rPr lang="en-US" dirty="0"/>
              <a:t>Click to edit Master title style</a:t>
            </a:r>
          </a:p>
        </p:txBody>
      </p:sp>
      <p:sp>
        <p:nvSpPr>
          <p:cNvPr id="3" name="Footer Placeholder 3">
            <a:extLst>
              <a:ext uri="{FF2B5EF4-FFF2-40B4-BE49-F238E27FC236}">
                <a16:creationId xmlns:a16="http://schemas.microsoft.com/office/drawing/2014/main" id="{5F7974F9-A221-6FD3-8DA7-A180984B6CD0}"/>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2024 IBM Corporation</a:t>
            </a:r>
          </a:p>
        </p:txBody>
      </p:sp>
      <p:sp>
        <p:nvSpPr>
          <p:cNvPr id="6" name="Slide Number">
            <a:extLst>
              <a:ext uri="{FF2B5EF4-FFF2-40B4-BE49-F238E27FC236}">
                <a16:creationId xmlns:a16="http://schemas.microsoft.com/office/drawing/2014/main" id="{496D9A49-29A5-44EB-8C03-46D6952D22E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87750463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10000"/>
              </a:lnSpc>
              <a:defRPr sz="2800">
                <a:solidFill>
                  <a:schemeClr val="tx2"/>
                </a:solidFill>
              </a:defRPr>
            </a:lvl1pPr>
          </a:lstStyle>
          <a:p>
            <a:r>
              <a:rPr lang="en-US"/>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21471117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6288087"/>
          </a:xfrm>
        </p:spPr>
        <p:txBody>
          <a:bodyPr/>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
        <p:nvSpPr>
          <p:cNvPr id="3" name="Text Placeholder 6">
            <a:extLst>
              <a:ext uri="{FF2B5EF4-FFF2-40B4-BE49-F238E27FC236}">
                <a16:creationId xmlns:a16="http://schemas.microsoft.com/office/drawing/2014/main" id="{2EC0ABF4-1C51-BF7D-70CF-DD2C38C9DB69}"/>
              </a:ext>
            </a:extLst>
          </p:cNvPr>
          <p:cNvSpPr>
            <a:spLocks noGrp="1"/>
          </p:cNvSpPr>
          <p:nvPr>
            <p:ph type="body" sz="quarter" idx="10"/>
          </p:nvPr>
        </p:nvSpPr>
        <p:spPr>
          <a:xfrm>
            <a:off x="560959" y="12096093"/>
            <a:ext cx="4953000" cy="1143000"/>
          </a:xfrm>
          <a:prstGeom prst="rect">
            <a:avLst/>
          </a:prstGeom>
        </p:spPr>
        <p:txBody>
          <a:bodyPr anchor="b"/>
          <a:lstStyle>
            <a:lvl1pPr defTabSz="1161288">
              <a:lnSpc>
                <a:spcPct val="100000"/>
              </a:lnSpc>
              <a:spcBef>
                <a:spcPts val="0"/>
              </a:spcBef>
              <a:defRPr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6">
            <a:extLst>
              <a:ext uri="{FF2B5EF4-FFF2-40B4-BE49-F238E27FC236}">
                <a16:creationId xmlns:a16="http://schemas.microsoft.com/office/drawing/2014/main" id="{6069D4BA-0EE4-89E6-7C3A-71F71400A311}"/>
              </a:ext>
            </a:extLst>
          </p:cNvPr>
          <p:cNvSpPr>
            <a:spLocks noGrp="1"/>
          </p:cNvSpPr>
          <p:nvPr>
            <p:ph type="body" sz="quarter" idx="14"/>
          </p:nvPr>
        </p:nvSpPr>
        <p:spPr>
          <a:xfrm>
            <a:off x="6656388" y="12001501"/>
            <a:ext cx="4953000" cy="1237592"/>
          </a:xfrm>
          <a:prstGeom prst="rect">
            <a:avLst/>
          </a:prstGeom>
        </p:spPr>
        <p:txBody>
          <a:bodyPr anchor="b"/>
          <a:lstStyle>
            <a:lvl1pPr defTabSz="1161288">
              <a:lnSpc>
                <a:spcPct val="100000"/>
              </a:lnSpc>
              <a:spcBef>
                <a:spcPts val="0"/>
              </a:spcBef>
              <a:defRPr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147515112"/>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IBM Plex Sans Light" panose="020B0403050203000203" pitchFamily="34" charset="0"/>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6">
            <a:extLst>
              <a:ext uri="{FF2B5EF4-FFF2-40B4-BE49-F238E27FC236}">
                <a16:creationId xmlns:a16="http://schemas.microsoft.com/office/drawing/2014/main" id="{5314509F-3705-A705-C5B3-FA435C246A22}"/>
              </a:ext>
            </a:extLst>
          </p:cNvPr>
          <p:cNvSpPr>
            <a:spLocks noGrp="1"/>
          </p:cNvSpPr>
          <p:nvPr>
            <p:ph type="body" sz="quarter" idx="10"/>
          </p:nvPr>
        </p:nvSpPr>
        <p:spPr>
          <a:xfrm>
            <a:off x="560959" y="12096093"/>
            <a:ext cx="4953000" cy="1143000"/>
          </a:xfrm>
          <a:prstGeom prst="rect">
            <a:avLst/>
          </a:prstGeom>
        </p:spPr>
        <p:txBody>
          <a:bodyPr anchor="b"/>
          <a:lstStyle>
            <a:lvl1pPr defTabSz="1161288">
              <a:lnSpc>
                <a:spcPct val="100000"/>
              </a:lnSpc>
              <a:spcBef>
                <a:spcPts val="0"/>
              </a:spcBef>
              <a:defRPr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3F264794-39E6-B78D-2E92-D8D02F9188BC}"/>
              </a:ext>
            </a:extLst>
          </p:cNvPr>
          <p:cNvSpPr>
            <a:spLocks noGrp="1"/>
          </p:cNvSpPr>
          <p:nvPr>
            <p:ph type="body" sz="quarter" idx="14"/>
          </p:nvPr>
        </p:nvSpPr>
        <p:spPr>
          <a:xfrm>
            <a:off x="6656388" y="12001501"/>
            <a:ext cx="4953000" cy="1237592"/>
          </a:xfrm>
          <a:prstGeom prst="rect">
            <a:avLst/>
          </a:prstGeom>
        </p:spPr>
        <p:txBody>
          <a:bodyPr anchor="b"/>
          <a:lstStyle>
            <a:lvl1pPr defTabSz="1161288">
              <a:lnSpc>
                <a:spcPct val="100000"/>
              </a:lnSpc>
              <a:spcBef>
                <a:spcPts val="0"/>
              </a:spcBef>
              <a:defRPr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66993644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b="0" i="0">
                <a:latin typeface="IBM Plex Sans Light" panose="020B0403050203000203" pitchFamily="34" charset="0"/>
              </a:defRPr>
            </a:lvl1pPr>
          </a:lstStyle>
          <a:p>
            <a:r>
              <a:rPr lang="en-US" dirty="0"/>
              <a:t>Click to edit Master title style</a:t>
            </a:r>
          </a:p>
        </p:txBody>
      </p:sp>
    </p:spTree>
    <p:extLst>
      <p:ext uri="{BB962C8B-B14F-4D97-AF65-F5344CB8AC3E}">
        <p14:creationId xmlns:p14="http://schemas.microsoft.com/office/powerpoint/2010/main" val="3389663868"/>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lain, business uni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4573587"/>
          </a:xfrm>
        </p:spPr>
        <p:txBody>
          <a:bodyPr/>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a:prstGeom prst="rect">
            <a:avLst/>
          </a:prstGeom>
        </p:spPr>
        <p:txBody>
          <a:bodyPr anchor="b"/>
          <a:lstStyle>
            <a:lvl1pPr>
              <a:lnSpc>
                <a:spcPct val="100000"/>
              </a:lnSpc>
              <a:spcBef>
                <a:spcPts val="0"/>
              </a:spcBef>
              <a:defRPr sz="3600" b="0" i="0">
                <a:solidFill>
                  <a:schemeClr val="tx1"/>
                </a:solidFill>
                <a:latin typeface="IBM Plex Sans Light" panose="020B0403050203000203" pitchFamily="34" charset="0"/>
              </a:defRPr>
            </a:lvl1pPr>
          </a:lstStyle>
          <a:p>
            <a:pPr lvl="0"/>
            <a:r>
              <a:rPr lang="en-US" dirty="0"/>
              <a:t>Click to edit Master text styles</a:t>
            </a:r>
          </a:p>
        </p:txBody>
      </p:sp>
    </p:spTree>
    <p:extLst>
      <p:ext uri="{BB962C8B-B14F-4D97-AF65-F5344CB8AC3E}">
        <p14:creationId xmlns:p14="http://schemas.microsoft.com/office/powerpoint/2010/main" val="2626618695"/>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imagery, half ">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Tree>
    <p:extLst>
      <p:ext uri="{BB962C8B-B14F-4D97-AF65-F5344CB8AC3E}">
        <p14:creationId xmlns:p14="http://schemas.microsoft.com/office/powerpoint/2010/main" val="2154960375"/>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1527048"/>
            <a:ext cx="10099675" cy="9337675"/>
          </a:xfrm>
        </p:spPr>
        <p:txBody>
          <a:bodyPr/>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2" y="385200"/>
            <a:ext cx="10099675" cy="571500"/>
          </a:xfrm>
          <a:prstGeom prst="rect">
            <a:avLst/>
          </a:prstGeom>
        </p:spPr>
        <p:txBody>
          <a:bodyPr/>
          <a:lstStyle>
            <a:lvl1pPr>
              <a:lnSpc>
                <a:spcPct val="100000"/>
              </a:lnSpc>
              <a:spcBef>
                <a:spcPts val="0"/>
              </a:spcBef>
              <a:defRPr sz="3600" b="0" i="0">
                <a:solidFill>
                  <a:schemeClr val="tx2"/>
                </a:solidFill>
                <a:latin typeface="IBM Plex Sans Light" panose="020B0403050203000203" pitchFamily="34" charset="0"/>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p:txBody>
      </p:sp>
    </p:spTree>
    <p:extLst>
      <p:ext uri="{BB962C8B-B14F-4D97-AF65-F5344CB8AC3E}">
        <p14:creationId xmlns:p14="http://schemas.microsoft.com/office/powerpoint/2010/main" val="3841197072"/>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a:prstGeom prst="rect">
            <a:avLst/>
          </a:prstGeom>
        </p:spPr>
        <p:txBody>
          <a:bodyPr/>
          <a:lstStyle>
            <a:lvl1pPr defTabSz="1161288">
              <a:lnSpc>
                <a:spcPct val="100000"/>
              </a:lnSpc>
              <a:spcBef>
                <a:spcPts val="0"/>
              </a:spcBef>
              <a:defRPr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10224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3" name="Text Placeholder 6">
            <a:extLst>
              <a:ext uri="{FF2B5EF4-FFF2-40B4-BE49-F238E27FC236}">
                <a16:creationId xmlns:a16="http://schemas.microsoft.com/office/drawing/2014/main" id="{3815CA4A-82C6-E038-8C80-CF4A54B1E6C0}"/>
              </a:ext>
            </a:extLst>
          </p:cNvPr>
          <p:cNvSpPr>
            <a:spLocks noGrp="1"/>
          </p:cNvSpPr>
          <p:nvPr>
            <p:ph type="body" sz="quarter" idx="19"/>
          </p:nvPr>
        </p:nvSpPr>
        <p:spPr>
          <a:xfrm>
            <a:off x="18834040" y="569912"/>
            <a:ext cx="4953000" cy="11431587"/>
          </a:xfrm>
          <a:prstGeom prst="rect">
            <a:avLst/>
          </a:prstGeom>
        </p:spPr>
        <p:txBody>
          <a:bodyPr/>
          <a:lstStyle>
            <a:lvl1pPr defTabSz="1161288">
              <a:lnSpc>
                <a:spcPct val="100000"/>
              </a:lnSpc>
              <a:spcBef>
                <a:spcPts val="0"/>
              </a:spcBef>
              <a:defRPr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3pPr>
            <a:lvl4pPr marL="1022400" indent="-327600" defTabSz="1161288">
              <a:lnSpc>
                <a:spcPct val="100000"/>
              </a:lnSpc>
              <a:spcBef>
                <a:spcPts val="0"/>
              </a:spcBef>
              <a:buFont typeface="Arial" panose="020B0604020202020204" pitchFamily="34" charset="0"/>
              <a:buChar char="•"/>
              <a:defRPr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656188370"/>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2859087"/>
          </a:xfrm>
        </p:spPr>
        <p:txBody>
          <a:bodyPr rIns="457200"/>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Tree>
    <p:extLst>
      <p:ext uri="{BB962C8B-B14F-4D97-AF65-F5344CB8AC3E}">
        <p14:creationId xmlns:p14="http://schemas.microsoft.com/office/powerpoint/2010/main" val="3955276096"/>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385200"/>
            <a:ext cx="17141825" cy="8191500"/>
          </a:xfrm>
        </p:spPr>
        <p:txBody>
          <a:bodyPr/>
          <a:lstStyle>
            <a:lvl1pPr>
              <a:lnSpc>
                <a:spcPct val="100000"/>
              </a:lnSpc>
              <a:defRPr sz="17200"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Tree>
    <p:extLst>
      <p:ext uri="{BB962C8B-B14F-4D97-AF65-F5344CB8AC3E}">
        <p14:creationId xmlns:p14="http://schemas.microsoft.com/office/powerpoint/2010/main" val="3748572045"/>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llout, 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9909175" cy="2859087"/>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8" name="Text Placeholder 6">
            <a:extLst>
              <a:ext uri="{FF2B5EF4-FFF2-40B4-BE49-F238E27FC236}">
                <a16:creationId xmlns:a16="http://schemas.microsoft.com/office/drawing/2014/main" id="{B9D4AF5E-3E60-06F1-E3E3-F00E3ADA90B1}"/>
              </a:ext>
            </a:extLst>
          </p:cNvPr>
          <p:cNvSpPr>
            <a:spLocks noGrp="1"/>
          </p:cNvSpPr>
          <p:nvPr>
            <p:ph type="body" sz="quarter" idx="10"/>
          </p:nvPr>
        </p:nvSpPr>
        <p:spPr>
          <a:xfrm>
            <a:off x="12735719" y="384049"/>
            <a:ext cx="11075384" cy="8574086"/>
          </a:xfrm>
          <a:prstGeom prst="rect">
            <a:avLst/>
          </a:prstGeom>
        </p:spPr>
        <p:txBody>
          <a:bodyPr/>
          <a:lstStyle>
            <a:lvl1pPr defTabSz="1161288">
              <a:lnSpc>
                <a:spcPct val="100000"/>
              </a:lnSpc>
              <a:spcBef>
                <a:spcPts val="0"/>
              </a:spcBef>
              <a:defRPr sz="6400" b="0" i="0">
                <a:solidFill>
                  <a:schemeClr val="tx1"/>
                </a:solidFill>
                <a:latin typeface="IBM Plex Sans Light" panose="020B0403050203000203" pitchFamily="34" charset="0"/>
              </a:defRPr>
            </a:lvl1pPr>
            <a:lvl2pPr defTabSz="1161288">
              <a:lnSpc>
                <a:spcPct val="100000"/>
              </a:lnSpc>
              <a:spcBef>
                <a:spcPts val="0"/>
              </a:spcBef>
              <a:defRPr sz="6400" b="0" i="0">
                <a:solidFill>
                  <a:schemeClr val="tx1"/>
                </a:solidFill>
                <a:latin typeface="IBM Plex Sans Light" panose="020B0403050203000203" pitchFamily="34" charset="0"/>
              </a:defRPr>
            </a:lvl2pPr>
            <a:lvl3pPr defTabSz="1161288">
              <a:lnSpc>
                <a:spcPct val="100000"/>
              </a:lnSpc>
              <a:spcBef>
                <a:spcPts val="0"/>
              </a:spcBef>
              <a:defRPr sz="6400" b="0" i="0">
                <a:solidFill>
                  <a:schemeClr val="tx1"/>
                </a:solidFill>
                <a:latin typeface="IBM Plex Sans Light" panose="020B0403050203000203" pitchFamily="34" charset="0"/>
              </a:defRPr>
            </a:lvl3pPr>
            <a:lvl4pPr defTabSz="1161288">
              <a:lnSpc>
                <a:spcPct val="100000"/>
              </a:lnSpc>
              <a:spcBef>
                <a:spcPts val="0"/>
              </a:spcBef>
              <a:defRPr sz="6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7081760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llout, stand-alo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5200"/>
            <a:ext cx="14662150" cy="9717087"/>
          </a:xfrm>
        </p:spPr>
        <p:txBody>
          <a:bodyPr/>
          <a:lstStyle>
            <a:lvl1pPr>
              <a:lnSpc>
                <a:spcPct val="100000"/>
              </a:lnSpc>
              <a:defRPr sz="8600" b="0" i="0">
                <a:solidFill>
                  <a:schemeClr val="tx2"/>
                </a:solidFill>
                <a:latin typeface="IBM Plex Sans Light" panose="020B0403050203000203" pitchFamily="34" charset="0"/>
              </a:defRPr>
            </a:lvl1pPr>
          </a:lstStyle>
          <a:p>
            <a:r>
              <a:rPr lang="en-US" dirty="0"/>
              <a:t>Click to edit Master title style</a:t>
            </a:r>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Tree>
    <p:extLst>
      <p:ext uri="{BB962C8B-B14F-4D97-AF65-F5344CB8AC3E}">
        <p14:creationId xmlns:p14="http://schemas.microsoft.com/office/powerpoint/2010/main" val="4201081845"/>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ta, 2 callouts, vertical">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296400"/>
            <a:ext cx="11050588" cy="3543300"/>
          </a:xfrm>
          <a:prstGeom prst="rect">
            <a:avLst/>
          </a:prstGeom>
        </p:spPr>
        <p:txBody>
          <a:bodyPr anchor="b"/>
          <a:lstStyle>
            <a:lvl1pPr>
              <a:lnSpc>
                <a:spcPct val="100000"/>
              </a:lnSpc>
              <a:spcBef>
                <a:spcPts val="0"/>
              </a:spcBef>
              <a:defRPr sz="25800" b="0" i="0">
                <a:solidFill>
                  <a:schemeClr val="accent1"/>
                </a:solidFill>
                <a:latin typeface="IBM Plex Sans Light" panose="020B0403050203000203" pitchFamily="34" charset="0"/>
              </a:defRPr>
            </a:lvl1pPr>
          </a:lstStyle>
          <a:p>
            <a:r>
              <a:rPr lang="en-US" dirty="0"/>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0587" y="9296400"/>
            <a:ext cx="11049000" cy="3543300"/>
          </a:xfrm>
          <a:prstGeom prst="rect">
            <a:avLst/>
          </a:prstGeom>
        </p:spPr>
        <p:txBody>
          <a:bodyPr anchor="b"/>
          <a:lstStyle>
            <a:lvl1pPr>
              <a:lnSpc>
                <a:spcPct val="100000"/>
              </a:lnSpc>
              <a:spcBef>
                <a:spcPts val="0"/>
              </a:spcBef>
              <a:defRPr sz="25800" b="0" i="0">
                <a:solidFill>
                  <a:schemeClr val="accent1"/>
                </a:solidFill>
                <a:latin typeface="IBM Plex Sans Light" panose="020B0403050203000203" pitchFamily="34" charset="0"/>
              </a:defRPr>
            </a:lvl1pPr>
          </a:lstStyle>
          <a:p>
            <a:r>
              <a:rPr lang="en-US" dirty="0"/>
              <a:t>+00%</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7"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2" name="Text Placeholder 6">
            <a:extLst>
              <a:ext uri="{FF2B5EF4-FFF2-40B4-BE49-F238E27FC236}">
                <a16:creationId xmlns:a16="http://schemas.microsoft.com/office/drawing/2014/main" id="{001B1D3B-7FD1-5342-AD21-86B27FCC1276}"/>
              </a:ext>
            </a:extLst>
          </p:cNvPr>
          <p:cNvSpPr>
            <a:spLocks noGrp="1"/>
          </p:cNvSpPr>
          <p:nvPr>
            <p:ph type="body" sz="quarter" idx="10"/>
          </p:nvPr>
        </p:nvSpPr>
        <p:spPr>
          <a:xfrm>
            <a:off x="574675" y="385200"/>
            <a:ext cx="7632176" cy="6288087"/>
          </a:xfrm>
          <a:prstGeom prst="rect">
            <a:avLst/>
          </a:prstGeom>
        </p:spPr>
        <p:txBody>
          <a:bodyPr/>
          <a:lstStyle>
            <a:lvl1pPr defTabSz="1161288">
              <a:lnSpc>
                <a:spcPct val="100000"/>
              </a:lnSpc>
              <a:spcBef>
                <a:spcPts val="0"/>
              </a:spcBef>
              <a:defRPr sz="6400" b="0" i="0">
                <a:solidFill>
                  <a:schemeClr val="tx1"/>
                </a:solidFill>
                <a:latin typeface="IBM Plex Sans Light" panose="020B0403050203000203" pitchFamily="34" charset="0"/>
              </a:defRPr>
            </a:lvl1pPr>
            <a:lvl2pPr defTabSz="1161288">
              <a:lnSpc>
                <a:spcPct val="100000"/>
              </a:lnSpc>
              <a:spcBef>
                <a:spcPts val="0"/>
              </a:spcBef>
              <a:defRPr sz="6400" b="0" i="0">
                <a:solidFill>
                  <a:schemeClr val="tx1"/>
                </a:solidFill>
                <a:latin typeface="IBM Plex Sans Light" panose="020B0403050203000203" pitchFamily="34" charset="0"/>
              </a:defRPr>
            </a:lvl2pPr>
            <a:lvl3pPr defTabSz="1161288">
              <a:lnSpc>
                <a:spcPct val="100000"/>
              </a:lnSpc>
              <a:spcBef>
                <a:spcPts val="0"/>
              </a:spcBef>
              <a:defRPr sz="6400" b="0" i="0">
                <a:solidFill>
                  <a:schemeClr val="tx1"/>
                </a:solidFill>
                <a:latin typeface="IBM Plex Sans Light" panose="020B0403050203000203" pitchFamily="34" charset="0"/>
              </a:defRPr>
            </a:lvl3pPr>
            <a:lvl4pPr defTabSz="1161288">
              <a:lnSpc>
                <a:spcPct val="100000"/>
              </a:lnSpc>
              <a:spcBef>
                <a:spcPts val="0"/>
              </a:spcBef>
              <a:defRPr sz="6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6">
            <a:extLst>
              <a:ext uri="{FF2B5EF4-FFF2-40B4-BE49-F238E27FC236}">
                <a16:creationId xmlns:a16="http://schemas.microsoft.com/office/drawing/2014/main" id="{EE2A6217-C3F0-04CD-0266-C53A5C85FDE3}"/>
              </a:ext>
            </a:extLst>
          </p:cNvPr>
          <p:cNvSpPr>
            <a:spLocks noGrp="1"/>
          </p:cNvSpPr>
          <p:nvPr>
            <p:ph type="body" sz="quarter" idx="19"/>
          </p:nvPr>
        </p:nvSpPr>
        <p:spPr>
          <a:xfrm>
            <a:off x="12760587" y="385199"/>
            <a:ext cx="7632176" cy="6288087"/>
          </a:xfrm>
          <a:prstGeom prst="rect">
            <a:avLst/>
          </a:prstGeom>
        </p:spPr>
        <p:txBody>
          <a:bodyPr/>
          <a:lstStyle>
            <a:lvl1pPr defTabSz="1161288">
              <a:lnSpc>
                <a:spcPct val="100000"/>
              </a:lnSpc>
              <a:spcBef>
                <a:spcPts val="0"/>
              </a:spcBef>
              <a:defRPr sz="6400" b="0" i="0">
                <a:solidFill>
                  <a:schemeClr val="tx1"/>
                </a:solidFill>
                <a:latin typeface="IBM Plex Sans Light" panose="020B0403050203000203" pitchFamily="34" charset="0"/>
              </a:defRPr>
            </a:lvl1pPr>
            <a:lvl2pPr defTabSz="1161288">
              <a:lnSpc>
                <a:spcPct val="100000"/>
              </a:lnSpc>
              <a:spcBef>
                <a:spcPts val="0"/>
              </a:spcBef>
              <a:defRPr sz="6400" b="0" i="0">
                <a:solidFill>
                  <a:schemeClr val="tx1"/>
                </a:solidFill>
                <a:latin typeface="IBM Plex Sans Light" panose="020B0403050203000203" pitchFamily="34" charset="0"/>
              </a:defRPr>
            </a:lvl2pPr>
            <a:lvl3pPr defTabSz="1161288">
              <a:lnSpc>
                <a:spcPct val="100000"/>
              </a:lnSpc>
              <a:spcBef>
                <a:spcPts val="0"/>
              </a:spcBef>
              <a:defRPr sz="6400" b="0" i="0">
                <a:solidFill>
                  <a:schemeClr val="tx1"/>
                </a:solidFill>
                <a:latin typeface="IBM Plex Sans Light" panose="020B0403050203000203" pitchFamily="34" charset="0"/>
              </a:defRPr>
            </a:lvl3pPr>
            <a:lvl4pPr defTabSz="1161288">
              <a:lnSpc>
                <a:spcPct val="100000"/>
              </a:lnSpc>
              <a:spcBef>
                <a:spcPts val="0"/>
              </a:spcBef>
              <a:defRPr sz="6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092062743"/>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ta, 3 callouts, vertical">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3" y="385200"/>
            <a:ext cx="4949825" cy="1906588"/>
          </a:xfrm>
          <a:prstGeom prst="rect">
            <a:avLst/>
          </a:prstGeom>
        </p:spPr>
        <p:txBody>
          <a:bodyPr/>
          <a:lstStyle>
            <a:lvl1pPr>
              <a:lnSpc>
                <a:spcPct val="100000"/>
              </a:lnSpc>
              <a:defRPr sz="13000" b="0" i="0">
                <a:solidFill>
                  <a:schemeClr val="accent1"/>
                </a:solidFill>
                <a:latin typeface="IBM Plex Sans Light" panose="020B0403050203000203" pitchFamily="34" charset="0"/>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385200"/>
            <a:ext cx="4949825" cy="1903413"/>
          </a:xfrm>
          <a:prstGeom prst="rect">
            <a:avLst/>
          </a:prstGeom>
        </p:spPr>
        <p:txBody>
          <a:bodyPr/>
          <a:lstStyle>
            <a:lvl1pPr>
              <a:lnSpc>
                <a:spcPct val="100000"/>
              </a:lnSpc>
              <a:defRPr sz="13000" b="0" i="0">
                <a:solidFill>
                  <a:schemeClr val="accent1"/>
                </a:solidFill>
                <a:latin typeface="IBM Plex Sans Light" panose="020B0403050203000203" pitchFamily="34" charset="0"/>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1907912"/>
          </a:xfrm>
          <a:prstGeom prst="rect">
            <a:avLst/>
          </a:prstGeom>
        </p:spPr>
        <p:txBody>
          <a:bodyPr/>
          <a:lstStyle>
            <a:lvl1pPr>
              <a:lnSpc>
                <a:spcPct val="100000"/>
              </a:lnSpc>
              <a:defRPr sz="13000" b="0" i="0">
                <a:solidFill>
                  <a:schemeClr val="accent1"/>
                </a:solidFill>
                <a:latin typeface="IBM Plex Sans Light" panose="020B0403050203000203" pitchFamily="34" charset="0"/>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385200"/>
            <a:ext cx="4949825" cy="28590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a:prstGeom prst="rect">
            <a:avLst/>
          </a:prstGeom>
        </p:spPr>
        <p:txBody>
          <a:bodyPr anchor="b"/>
          <a:lstStyle>
            <a:lvl1pPr>
              <a:lnSpc>
                <a:spcPct val="100000"/>
              </a:lnSpc>
              <a:spcBef>
                <a:spcPts val="0"/>
              </a:spcBef>
              <a:defRPr sz="1600" b="0" i="0">
                <a:solidFill>
                  <a:schemeClr val="tx1"/>
                </a:solidFill>
                <a:latin typeface="IBM Plex Sans Light" panose="020B0403050203000203" pitchFamily="34" charset="0"/>
              </a:defRPr>
            </a:lvl1pPr>
            <a:lvl2pPr marL="146304" indent="-146304">
              <a:lnSpc>
                <a:spcPct val="100000"/>
              </a:lnSpc>
              <a:spcBef>
                <a:spcPts val="0"/>
              </a:spcBef>
              <a:defRPr sz="1600" b="0" i="0">
                <a:solidFill>
                  <a:schemeClr val="tx1"/>
                </a:solidFill>
                <a:latin typeface="IBM Plex Sans Light" panose="020B0403050203000203" pitchFamily="34" charset="0"/>
              </a:defRPr>
            </a:lvl2pPr>
            <a:lvl3pPr marL="292608" indent="-146304">
              <a:lnSpc>
                <a:spcPct val="100000"/>
              </a:lnSpc>
              <a:spcBef>
                <a:spcPts val="0"/>
              </a:spcBef>
              <a:defRPr sz="1600" b="0" i="0">
                <a:solidFill>
                  <a:schemeClr val="tx1"/>
                </a:solidFill>
                <a:latin typeface="IBM Plex Sans Light" panose="020B0403050203000203" pitchFamily="34" charset="0"/>
              </a:defRPr>
            </a:lvl3pPr>
            <a:lvl4pPr marL="438912" indent="-146304">
              <a:lnSpc>
                <a:spcPct val="100000"/>
              </a:lnSpc>
              <a:spcBef>
                <a:spcPts val="0"/>
              </a:spcBef>
              <a:defRPr sz="1600" b="0" i="0">
                <a:solidFill>
                  <a:schemeClr val="tx1"/>
                </a:solidFill>
                <a:latin typeface="IBM Plex Sans Light" panose="020B04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7"/>
            <a:ext cx="4951413" cy="967304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3067"/>
            <a:ext cx="4953000" cy="9666845"/>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666845"/>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Tree>
    <p:extLst>
      <p:ext uri="{BB962C8B-B14F-4D97-AF65-F5344CB8AC3E}">
        <p14:creationId xmlns:p14="http://schemas.microsoft.com/office/powerpoint/2010/main" val="161194549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ta, 2 callouts, horizontal">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385200"/>
            <a:ext cx="4949825" cy="5335588"/>
          </a:xfrm>
        </p:spPr>
        <p:txBody>
          <a:bodyPr/>
          <a:lstStyle>
            <a:lvl1pPr>
              <a:lnSpc>
                <a:spcPct val="100000"/>
              </a:lnSpc>
              <a:defRPr sz="8600" b="0" i="0">
                <a:solidFill>
                  <a:schemeClr val="accent1"/>
                </a:solidFill>
                <a:latin typeface="IBM Plex Sans Light" panose="020B0403050203000203" pitchFamily="34" charset="0"/>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385200"/>
            <a:ext cx="11049000" cy="5335587"/>
          </a:xfrm>
          <a:prstGeom prst="rect">
            <a:avLst/>
          </a:prstGeom>
        </p:spPr>
        <p:txBody>
          <a:bodyPr/>
          <a:lstStyle>
            <a:lvl1pPr>
              <a:lnSpc>
                <a:spcPct val="100000"/>
              </a:lnSpc>
              <a:spcBef>
                <a:spcPts val="0"/>
              </a:spcBef>
              <a:defRPr sz="8600" b="0" i="0">
                <a:solidFill>
                  <a:schemeClr val="tx1"/>
                </a:solidFill>
                <a:latin typeface="IBM Plex Sans Light" panose="020B0403050203000203" pitchFamily="34" charset="0"/>
              </a:defRPr>
            </a:lvl1pPr>
            <a:lvl2pPr marL="327600" indent="-327600">
              <a:lnSpc>
                <a:spcPct val="100000"/>
              </a:lnSpc>
              <a:spcBef>
                <a:spcPts val="0"/>
              </a:spcBef>
              <a:defRPr sz="8600" b="0" i="0">
                <a:solidFill>
                  <a:schemeClr val="tx1"/>
                </a:solidFill>
                <a:latin typeface="IBM Plex Sans Light" panose="020B0403050203000203" pitchFamily="34" charset="0"/>
              </a:defRPr>
            </a:lvl2pPr>
            <a:lvl3pPr marL="658800" indent="-327600">
              <a:lnSpc>
                <a:spcPct val="100000"/>
              </a:lnSpc>
              <a:spcBef>
                <a:spcPts val="0"/>
              </a:spcBef>
              <a:defRPr sz="8600" b="0" i="0">
                <a:solidFill>
                  <a:schemeClr val="tx1"/>
                </a:solidFill>
                <a:latin typeface="IBM Plex Sans Light" panose="020B0403050203000203" pitchFamily="34" charset="0"/>
              </a:defRPr>
            </a:lvl3pPr>
            <a:lvl4pPr marL="986400" indent="-327600">
              <a:lnSpc>
                <a:spcPct val="100000"/>
              </a:lnSpc>
              <a:spcBef>
                <a:spcPts val="0"/>
              </a:spcBef>
              <a:defRPr sz="8600" b="0" i="0">
                <a:solidFill>
                  <a:schemeClr val="tx1"/>
                </a:solidFill>
                <a:latin typeface="IBM Plex Sans Light" panose="020B0403050203000203" pitchFamily="34" charset="0"/>
              </a:defRPr>
            </a:lvl4pPr>
            <a:lvl5pPr>
              <a:lnSpc>
                <a:spcPct val="100000"/>
              </a:lnSpc>
              <a:spcBef>
                <a:spcPts val="0"/>
              </a:spcBef>
              <a:defRPr sz="8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5" cy="5334000"/>
          </a:xfrm>
          <a:prstGeom prst="rect">
            <a:avLst/>
          </a:prstGeom>
        </p:spPr>
        <p:txBody>
          <a:bodyPr/>
          <a:lstStyle>
            <a:lvl1pPr>
              <a:lnSpc>
                <a:spcPct val="100000"/>
              </a:lnSpc>
              <a:defRPr sz="8600" b="0" i="0">
                <a:solidFill>
                  <a:schemeClr val="accent1"/>
                </a:solidFill>
                <a:latin typeface="IBM Plex Sans Light" panose="020B0403050203000203" pitchFamily="34" charset="0"/>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0" cy="5334000"/>
          </a:xfrm>
          <a:prstGeom prst="rect">
            <a:avLst/>
          </a:prstGeom>
        </p:spPr>
        <p:txBody>
          <a:bodyPr/>
          <a:lstStyle>
            <a:lvl1pPr>
              <a:lnSpc>
                <a:spcPct val="100000"/>
              </a:lnSpc>
              <a:spcBef>
                <a:spcPts val="0"/>
              </a:spcBef>
              <a:defRPr sz="8600" b="0" i="0">
                <a:solidFill>
                  <a:schemeClr val="tx1"/>
                </a:solidFill>
                <a:latin typeface="IBM Plex Sans Light" panose="020B0403050203000203" pitchFamily="34" charset="0"/>
              </a:defRPr>
            </a:lvl1pPr>
            <a:lvl2pPr marL="327600" indent="-327600">
              <a:lnSpc>
                <a:spcPct val="100000"/>
              </a:lnSpc>
              <a:spcBef>
                <a:spcPts val="0"/>
              </a:spcBef>
              <a:defRPr sz="8600" b="0" i="0">
                <a:solidFill>
                  <a:schemeClr val="tx1"/>
                </a:solidFill>
                <a:latin typeface="IBM Plex Sans Light" panose="020B0403050203000203" pitchFamily="34" charset="0"/>
              </a:defRPr>
            </a:lvl2pPr>
            <a:lvl3pPr marL="658800" indent="-327600">
              <a:lnSpc>
                <a:spcPct val="100000"/>
              </a:lnSpc>
              <a:spcBef>
                <a:spcPts val="0"/>
              </a:spcBef>
              <a:defRPr sz="8600" b="0" i="0">
                <a:solidFill>
                  <a:schemeClr val="tx1"/>
                </a:solidFill>
                <a:latin typeface="IBM Plex Sans Light" panose="020B0403050203000203" pitchFamily="34" charset="0"/>
              </a:defRPr>
            </a:lvl3pPr>
            <a:lvl4pPr marL="986400" indent="-327600">
              <a:lnSpc>
                <a:spcPct val="100000"/>
              </a:lnSpc>
              <a:spcBef>
                <a:spcPts val="0"/>
              </a:spcBef>
              <a:defRPr sz="8600" b="0" i="0">
                <a:solidFill>
                  <a:schemeClr val="tx1"/>
                </a:solidFill>
                <a:latin typeface="IBM Plex Sans Light" panose="020B0403050203000203" pitchFamily="34" charset="0"/>
              </a:defRPr>
            </a:lvl4pPr>
            <a:lvl5pPr>
              <a:lnSpc>
                <a:spcPct val="100000"/>
              </a:lnSpc>
              <a:spcBef>
                <a:spcPts val="0"/>
              </a:spcBef>
              <a:defRPr sz="8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Tree>
    <p:extLst>
      <p:ext uri="{BB962C8B-B14F-4D97-AF65-F5344CB8AC3E}">
        <p14:creationId xmlns:p14="http://schemas.microsoft.com/office/powerpoint/2010/main" val="3415768242"/>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ta, 3 callouts, horizontal">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385200"/>
            <a:ext cx="4951413" cy="2859087"/>
          </a:xfrm>
          <a:prstGeom prst="rect">
            <a:avLst/>
          </a:prstGeom>
        </p:spPr>
        <p:txBody>
          <a:bodyPr/>
          <a:lstStyle>
            <a:lvl1pPr>
              <a:lnSpc>
                <a:spcPct val="100000"/>
              </a:lnSpc>
              <a:defRPr sz="13000" b="0" i="0">
                <a:solidFill>
                  <a:schemeClr val="accent1"/>
                </a:solidFill>
                <a:latin typeface="IBM Plex Sans Light" panose="020B0403050203000203" pitchFamily="34" charset="0"/>
              </a:defRPr>
            </a:lvl1pPr>
            <a:lvl2pPr marL="0" indent="0">
              <a:buNone/>
              <a:defRPr/>
            </a:lvl2pPr>
          </a:lstStyle>
          <a:p>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385200"/>
            <a:ext cx="4949825" cy="28590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a:prstGeom prst="rect">
            <a:avLst/>
          </a:prstGeom>
        </p:spPr>
        <p:txBody>
          <a:bodyPr anchor="b"/>
          <a:lstStyle>
            <a:lvl1pPr>
              <a:lnSpc>
                <a:spcPct val="100000"/>
              </a:lnSpc>
              <a:spcBef>
                <a:spcPts val="0"/>
              </a:spcBef>
              <a:defRPr sz="1600" b="0" i="0">
                <a:solidFill>
                  <a:schemeClr val="tx1"/>
                </a:solidFill>
                <a:latin typeface="IBM Plex Sans Light" panose="020B0403050203000203" pitchFamily="34" charset="0"/>
              </a:defRPr>
            </a:lvl1pPr>
            <a:lvl2pPr>
              <a:lnSpc>
                <a:spcPct val="100000"/>
              </a:lnSpc>
              <a:spcBef>
                <a:spcPts val="0"/>
              </a:spcBef>
              <a:defRPr sz="1600" b="0" i="0">
                <a:solidFill>
                  <a:schemeClr val="tx1"/>
                </a:solidFill>
                <a:latin typeface="IBM Plex Sans Light" panose="020B0403050203000203" pitchFamily="34" charset="0"/>
              </a:defRPr>
            </a:lvl2pPr>
            <a:lvl3pPr>
              <a:lnSpc>
                <a:spcPct val="100000"/>
              </a:lnSpc>
              <a:spcBef>
                <a:spcPts val="0"/>
              </a:spcBef>
              <a:defRPr sz="1600" b="0" i="0">
                <a:solidFill>
                  <a:schemeClr val="tx1"/>
                </a:solidFill>
                <a:latin typeface="IBM Plex Sans Light" panose="020B0403050203000203" pitchFamily="34" charset="0"/>
              </a:defRPr>
            </a:lvl3pPr>
            <a:lvl4pPr>
              <a:lnSpc>
                <a:spcPct val="100000"/>
              </a:lnSpc>
              <a:spcBef>
                <a:spcPts val="0"/>
              </a:spcBef>
              <a:defRPr sz="1600" b="0" i="0">
                <a:solidFill>
                  <a:schemeClr val="tx1"/>
                </a:solidFill>
                <a:latin typeface="IBM Plex Sans Light" panose="020B04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385200"/>
            <a:ext cx="7620000" cy="2859087"/>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187952"/>
            <a:ext cx="7620000" cy="285750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403336"/>
            <a:ext cx="7620000" cy="2857500"/>
          </a:xfrm>
          <a:prstGeom prst="rect">
            <a:avLst/>
          </a:prstGeom>
        </p:spPr>
        <p:txBody>
          <a:bodyPr/>
          <a:lstStyle>
            <a:lvl1pPr>
              <a:lnSpc>
                <a:spcPct val="100000"/>
              </a:lnSpc>
              <a:spcBef>
                <a:spcPts val="0"/>
              </a:spcBef>
              <a:defRPr b="0" i="0">
                <a:solidFill>
                  <a:schemeClr val="tx1"/>
                </a:solidFill>
                <a:latin typeface="IBM Plex Sans Light" panose="020B0403050203000203" pitchFamily="34" charset="0"/>
              </a:defRPr>
            </a:lvl1pPr>
            <a:lvl2pPr>
              <a:lnSpc>
                <a:spcPct val="100000"/>
              </a:lnSpc>
              <a:spcBef>
                <a:spcPts val="0"/>
              </a:spcBef>
              <a:defRPr b="0" i="0">
                <a:solidFill>
                  <a:schemeClr val="tx1"/>
                </a:solidFill>
                <a:latin typeface="IBM Plex Sans Light" panose="020B0403050203000203" pitchFamily="34" charset="0"/>
              </a:defRPr>
            </a:lvl2pPr>
            <a:lvl3pPr>
              <a:lnSpc>
                <a:spcPct val="100000"/>
              </a:lnSpc>
              <a:spcBef>
                <a:spcPts val="0"/>
              </a:spcBef>
              <a:defRPr b="0" i="0">
                <a:solidFill>
                  <a:schemeClr val="tx1"/>
                </a:solidFill>
                <a:latin typeface="IBM Plex Sans Light" panose="020B0403050203000203" pitchFamily="34" charset="0"/>
              </a:defRPr>
            </a:lvl3pPr>
            <a:lvl4pPr>
              <a:lnSpc>
                <a:spcPct val="100000"/>
              </a:lnSpc>
              <a:spcBef>
                <a:spcPts val="0"/>
              </a:spcBef>
              <a:defRPr b="0" i="0">
                <a:solidFill>
                  <a:schemeClr val="tx1"/>
                </a:solidFill>
                <a:latin typeface="IBM Plex Sans Light" panose="020B0403050203000203" pitchFamily="34" charset="0"/>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2"/>
            <a:ext cx="4951413" cy="2857506"/>
          </a:xfrm>
          <a:prstGeom prst="rect">
            <a:avLst/>
          </a:prstGeom>
        </p:spPr>
        <p:txBody>
          <a:bodyPr/>
          <a:lstStyle>
            <a:lvl1pPr>
              <a:lnSpc>
                <a:spcPct val="100000"/>
              </a:lnSpc>
              <a:defRPr sz="13000" b="0" i="0">
                <a:solidFill>
                  <a:schemeClr val="accent1"/>
                </a:solidFill>
                <a:latin typeface="IBM Plex Sans Light" panose="020B0403050203000203" pitchFamily="34" charset="0"/>
              </a:defRPr>
            </a:lvl1pPr>
          </a:lstStyle>
          <a:p>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8403336"/>
            <a:ext cx="4951411" cy="2857506"/>
          </a:xfrm>
          <a:prstGeom prst="rect">
            <a:avLst/>
          </a:prstGeom>
        </p:spPr>
        <p:txBody>
          <a:bodyPr/>
          <a:lstStyle>
            <a:lvl1pPr>
              <a:lnSpc>
                <a:spcPct val="100000"/>
              </a:lnSpc>
              <a:defRPr sz="13000" b="0" i="0">
                <a:solidFill>
                  <a:schemeClr val="accent1"/>
                </a:solidFill>
                <a:latin typeface="IBM Plex Sans Light" panose="020B0403050203000203" pitchFamily="34" charset="0"/>
              </a:defRPr>
            </a:lvl1pPr>
          </a:lstStyle>
          <a:p>
            <a:r>
              <a:rPr lang="en-US" dirty="0"/>
              <a:t>00%</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Tree>
    <p:extLst>
      <p:ext uri="{BB962C8B-B14F-4D97-AF65-F5344CB8AC3E}">
        <p14:creationId xmlns:p14="http://schemas.microsoft.com/office/powerpoint/2010/main" val="4246714371"/>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4 columns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4" name="Text Placeholder 6">
            <a:extLst>
              <a:ext uri="{FF2B5EF4-FFF2-40B4-BE49-F238E27FC236}">
                <a16:creationId xmlns:a16="http://schemas.microsoft.com/office/drawing/2014/main" id="{B303799C-055C-81A5-3E36-D78912AA66DA}"/>
              </a:ext>
            </a:extLst>
          </p:cNvPr>
          <p:cNvSpPr>
            <a:spLocks noGrp="1"/>
          </p:cNvSpPr>
          <p:nvPr>
            <p:ph type="body" sz="quarter" idx="10"/>
          </p:nvPr>
        </p:nvSpPr>
        <p:spPr>
          <a:xfrm>
            <a:off x="6667500"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297B3A71-6FB0-4C14-4695-68801FBBBEA7}"/>
              </a:ext>
            </a:extLst>
          </p:cNvPr>
          <p:cNvSpPr>
            <a:spLocks noGrp="1"/>
          </p:cNvSpPr>
          <p:nvPr>
            <p:ph type="body" sz="quarter" idx="19"/>
          </p:nvPr>
        </p:nvSpPr>
        <p:spPr>
          <a:xfrm>
            <a:off x="720724"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6">
            <a:extLst>
              <a:ext uri="{FF2B5EF4-FFF2-40B4-BE49-F238E27FC236}">
                <a16:creationId xmlns:a16="http://schemas.microsoft.com/office/drawing/2014/main" id="{5C1273EB-3A3E-B282-A619-1D6FB102B117}"/>
              </a:ext>
            </a:extLst>
          </p:cNvPr>
          <p:cNvSpPr>
            <a:spLocks noGrp="1"/>
          </p:cNvSpPr>
          <p:nvPr>
            <p:ph type="body" sz="quarter" idx="20"/>
          </p:nvPr>
        </p:nvSpPr>
        <p:spPr>
          <a:xfrm>
            <a:off x="1273922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20367260-BF8E-C847-2296-4EAD779F010E}"/>
              </a:ext>
            </a:extLst>
          </p:cNvPr>
          <p:cNvSpPr>
            <a:spLocks noGrp="1"/>
          </p:cNvSpPr>
          <p:nvPr>
            <p:ph type="body" sz="quarter" idx="21"/>
          </p:nvPr>
        </p:nvSpPr>
        <p:spPr>
          <a:xfrm>
            <a:off x="1885950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489824739"/>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4 columns, short divid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385200"/>
            <a:ext cx="4956175" cy="1525587"/>
          </a:xfrm>
          <a:prstGeom prst="rect">
            <a:avLst/>
          </a:prstGeom>
        </p:spPr>
        <p:txBody>
          <a:bodyPr/>
          <a:lstStyle>
            <a:lvl1pPr>
              <a:lnSpc>
                <a:spcPct val="100000"/>
              </a:lnSpc>
              <a:spcBef>
                <a:spcPts val="0"/>
              </a:spcBef>
              <a:defRPr sz="2000" b="0" i="0">
                <a:solidFill>
                  <a:schemeClr val="tx1"/>
                </a:solidFill>
                <a:latin typeface="IBM Plex Sans Light" panose="020B0403050203000203" pitchFamily="34" charset="0"/>
              </a:defRPr>
            </a:lvl1pPr>
            <a:lvl2pPr marL="182880" indent="-182880">
              <a:lnSpc>
                <a:spcPct val="100000"/>
              </a:lnSpc>
              <a:spcBef>
                <a:spcPts val="0"/>
              </a:spcBef>
              <a:defRPr sz="2000" b="0" i="0">
                <a:solidFill>
                  <a:schemeClr val="tx1"/>
                </a:solidFill>
                <a:latin typeface="IBM Plex Sans Light" panose="020B0403050203000203" pitchFamily="34" charset="0"/>
              </a:defRPr>
            </a:lvl2pPr>
            <a:lvl3pPr marL="365760" indent="-182880">
              <a:lnSpc>
                <a:spcPct val="100000"/>
              </a:lnSpc>
              <a:spcBef>
                <a:spcPts val="0"/>
              </a:spcBef>
              <a:defRPr sz="2000" b="0" i="0">
                <a:solidFill>
                  <a:schemeClr val="tx1"/>
                </a:solidFill>
                <a:latin typeface="IBM Plex Sans Light" panose="020B0403050203000203" pitchFamily="34" charset="0"/>
              </a:defRPr>
            </a:lvl3pPr>
            <a:lvl4pPr marL="548640" indent="-182880">
              <a:lnSpc>
                <a:spcPct val="100000"/>
              </a:lnSpc>
              <a:spcBef>
                <a:spcPts val="0"/>
              </a:spcBef>
              <a:defRPr sz="2000" b="0" i="0">
                <a:solidFill>
                  <a:schemeClr val="tx1"/>
                </a:solidFill>
                <a:latin typeface="IBM Plex Sans Light" panose="020B04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0"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13" name="Text Placeholder 6">
            <a:extLst>
              <a:ext uri="{FF2B5EF4-FFF2-40B4-BE49-F238E27FC236}">
                <a16:creationId xmlns:a16="http://schemas.microsoft.com/office/drawing/2014/main" id="{4E03333F-C9F4-9C57-BAAE-A49EA523AFB5}"/>
              </a:ext>
            </a:extLst>
          </p:cNvPr>
          <p:cNvSpPr>
            <a:spLocks noGrp="1"/>
          </p:cNvSpPr>
          <p:nvPr>
            <p:ph type="body" sz="quarter" idx="10"/>
          </p:nvPr>
        </p:nvSpPr>
        <p:spPr>
          <a:xfrm>
            <a:off x="6667500"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6">
            <a:extLst>
              <a:ext uri="{FF2B5EF4-FFF2-40B4-BE49-F238E27FC236}">
                <a16:creationId xmlns:a16="http://schemas.microsoft.com/office/drawing/2014/main" id="{CF3321C6-7CF8-EF30-4736-48A201B09471}"/>
              </a:ext>
            </a:extLst>
          </p:cNvPr>
          <p:cNvSpPr>
            <a:spLocks noGrp="1"/>
          </p:cNvSpPr>
          <p:nvPr>
            <p:ph type="body" sz="quarter" idx="19"/>
          </p:nvPr>
        </p:nvSpPr>
        <p:spPr>
          <a:xfrm>
            <a:off x="720724"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Text Placeholder 6">
            <a:extLst>
              <a:ext uri="{FF2B5EF4-FFF2-40B4-BE49-F238E27FC236}">
                <a16:creationId xmlns:a16="http://schemas.microsoft.com/office/drawing/2014/main" id="{AC67FA0E-EA85-0950-FCC7-3F6BF1A74144}"/>
              </a:ext>
            </a:extLst>
          </p:cNvPr>
          <p:cNvSpPr>
            <a:spLocks noGrp="1"/>
          </p:cNvSpPr>
          <p:nvPr>
            <p:ph type="body" sz="quarter" idx="20"/>
          </p:nvPr>
        </p:nvSpPr>
        <p:spPr>
          <a:xfrm>
            <a:off x="1273922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6">
            <a:extLst>
              <a:ext uri="{FF2B5EF4-FFF2-40B4-BE49-F238E27FC236}">
                <a16:creationId xmlns:a16="http://schemas.microsoft.com/office/drawing/2014/main" id="{0EE67605-D889-6D38-2F1B-DF58E809AC59}"/>
              </a:ext>
            </a:extLst>
          </p:cNvPr>
          <p:cNvSpPr>
            <a:spLocks noGrp="1"/>
          </p:cNvSpPr>
          <p:nvPr>
            <p:ph type="body" sz="quarter" idx="21"/>
          </p:nvPr>
        </p:nvSpPr>
        <p:spPr>
          <a:xfrm>
            <a:off x="1885950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968101574"/>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a:prstGeom prst="rect">
            <a:avLst/>
          </a:prstGeom>
        </p:spPr>
        <p:txBody>
          <a:bodyPr/>
          <a:lstStyle>
            <a:lvl1pPr>
              <a:lnSpc>
                <a:spcPct val="100000"/>
              </a:lnSpc>
              <a:spcBef>
                <a:spcPts val="0"/>
              </a:spcBef>
              <a:defRPr sz="4400" b="0" i="0">
                <a:solidFill>
                  <a:schemeClr val="tx1"/>
                </a:solidFill>
                <a:latin typeface="IBM Plex Sans Light" panose="020B0403050203000203" pitchFamily="34" charset="0"/>
              </a:defRPr>
            </a:lvl1pPr>
            <a:lvl2pPr marL="256032" indent="-256032">
              <a:lnSpc>
                <a:spcPct val="100000"/>
              </a:lnSpc>
              <a:spcBef>
                <a:spcPts val="0"/>
              </a:spcBef>
              <a:defRPr sz="4400" b="0" i="0">
                <a:solidFill>
                  <a:schemeClr val="tx1"/>
                </a:solidFill>
                <a:latin typeface="IBM Plex Sans Light" panose="020B0403050203000203" pitchFamily="34" charset="0"/>
              </a:defRPr>
            </a:lvl2pPr>
            <a:lvl3pPr marL="512064" indent="-256032">
              <a:lnSpc>
                <a:spcPct val="100000"/>
              </a:lnSpc>
              <a:spcBef>
                <a:spcPts val="0"/>
              </a:spcBef>
              <a:defRPr sz="4400" b="0" i="0">
                <a:solidFill>
                  <a:schemeClr val="tx1"/>
                </a:solidFill>
                <a:latin typeface="IBM Plex Sans Light" panose="020B0403050203000203" pitchFamily="34" charset="0"/>
              </a:defRPr>
            </a:lvl3pPr>
            <a:lvl4pPr marL="768096" indent="-256032">
              <a:lnSpc>
                <a:spcPct val="100000"/>
              </a:lnSpc>
              <a:spcBef>
                <a:spcPts val="0"/>
              </a:spcBef>
              <a:defRPr sz="4400" b="0" i="0">
                <a:solidFill>
                  <a:schemeClr val="tx1"/>
                </a:solidFill>
                <a:latin typeface="IBM Plex Sans Light" panose="020B0403050203000203" pitchFamily="34" charset="0"/>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1525587"/>
          </a:xfrm>
          <a:prstGeom prst="rect">
            <a:avLst/>
          </a:prstGeom>
        </p:spPr>
        <p:txBody>
          <a:bodyPr/>
          <a:lstStyle>
            <a:lvl1pPr>
              <a:lnSpc>
                <a:spcPct val="100000"/>
              </a:lnSpc>
              <a:spcBef>
                <a:spcPts val="0"/>
              </a:spcBef>
              <a:defRPr sz="4400" b="0" i="0">
                <a:solidFill>
                  <a:schemeClr val="tx1"/>
                </a:solidFill>
                <a:latin typeface="IBM Plex Sans Light" panose="020B0403050203000203" pitchFamily="34" charset="0"/>
              </a:defRPr>
            </a:lvl1pPr>
            <a:lvl2pPr marL="256032" indent="-256032">
              <a:lnSpc>
                <a:spcPct val="100000"/>
              </a:lnSpc>
              <a:spcBef>
                <a:spcPts val="0"/>
              </a:spcBef>
              <a:defRPr sz="4400" b="0" i="0">
                <a:solidFill>
                  <a:schemeClr val="tx1"/>
                </a:solidFill>
                <a:latin typeface="IBM Plex Sans Light" panose="020B0403050203000203" pitchFamily="34" charset="0"/>
              </a:defRPr>
            </a:lvl2pPr>
            <a:lvl3pPr marL="512064" indent="-256032">
              <a:lnSpc>
                <a:spcPct val="100000"/>
              </a:lnSpc>
              <a:spcBef>
                <a:spcPts val="0"/>
              </a:spcBef>
              <a:defRPr sz="4400" b="0" i="0">
                <a:solidFill>
                  <a:schemeClr val="tx1"/>
                </a:solidFill>
                <a:latin typeface="IBM Plex Sans Light" panose="020B0403050203000203" pitchFamily="34" charset="0"/>
              </a:defRPr>
            </a:lvl3pPr>
            <a:lvl4pPr marL="768096" indent="-256032">
              <a:lnSpc>
                <a:spcPct val="100000"/>
              </a:lnSpc>
              <a:spcBef>
                <a:spcPts val="0"/>
              </a:spcBef>
              <a:defRPr sz="4400" b="0" i="0">
                <a:solidFill>
                  <a:schemeClr val="tx1"/>
                </a:solidFill>
                <a:latin typeface="IBM Plex Sans Light" panose="020B0403050203000203" pitchFamily="34" charset="0"/>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525587"/>
          </a:xfrm>
          <a:prstGeom prst="rect">
            <a:avLst/>
          </a:prstGeom>
        </p:spPr>
        <p:txBody>
          <a:bodyPr/>
          <a:lstStyle>
            <a:lvl1pPr>
              <a:lnSpc>
                <a:spcPct val="100000"/>
              </a:lnSpc>
              <a:spcBef>
                <a:spcPts val="0"/>
              </a:spcBef>
              <a:defRPr sz="4400" b="0" i="0">
                <a:solidFill>
                  <a:schemeClr val="tx1"/>
                </a:solidFill>
                <a:latin typeface="IBM Plex Sans Light" panose="020B0403050203000203" pitchFamily="34" charset="0"/>
              </a:defRPr>
            </a:lvl1pPr>
            <a:lvl2pPr marL="256032" indent="-256032">
              <a:lnSpc>
                <a:spcPct val="100000"/>
              </a:lnSpc>
              <a:spcBef>
                <a:spcPts val="0"/>
              </a:spcBef>
              <a:defRPr sz="4400" b="0" i="0">
                <a:solidFill>
                  <a:schemeClr val="tx1"/>
                </a:solidFill>
                <a:latin typeface="IBM Plex Sans Light" panose="020B0403050203000203" pitchFamily="34" charset="0"/>
              </a:defRPr>
            </a:lvl2pPr>
            <a:lvl3pPr marL="512064" indent="-256032">
              <a:lnSpc>
                <a:spcPct val="100000"/>
              </a:lnSpc>
              <a:spcBef>
                <a:spcPts val="0"/>
              </a:spcBef>
              <a:defRPr sz="4400" b="0" i="0">
                <a:solidFill>
                  <a:schemeClr val="tx1"/>
                </a:solidFill>
                <a:latin typeface="IBM Plex Sans Light" panose="020B0403050203000203" pitchFamily="34" charset="0"/>
              </a:defRPr>
            </a:lvl3pPr>
            <a:lvl4pPr marL="768096" indent="-256032">
              <a:lnSpc>
                <a:spcPct val="100000"/>
              </a:lnSpc>
              <a:spcBef>
                <a:spcPts val="0"/>
              </a:spcBef>
              <a:defRPr sz="4400" b="0" i="0">
                <a:solidFill>
                  <a:schemeClr val="tx1"/>
                </a:solidFill>
                <a:latin typeface="IBM Plex Sans Light" panose="020B0403050203000203" pitchFamily="34" charset="0"/>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4" y="1280423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16" name="Text Placeholder 6">
            <a:extLst>
              <a:ext uri="{FF2B5EF4-FFF2-40B4-BE49-F238E27FC236}">
                <a16:creationId xmlns:a16="http://schemas.microsoft.com/office/drawing/2014/main" id="{F4F49B39-EB32-770F-5644-D3D938710775}"/>
              </a:ext>
            </a:extLst>
          </p:cNvPr>
          <p:cNvSpPr>
            <a:spLocks noGrp="1"/>
          </p:cNvSpPr>
          <p:nvPr>
            <p:ph type="body" sz="quarter" idx="10"/>
          </p:nvPr>
        </p:nvSpPr>
        <p:spPr>
          <a:xfrm>
            <a:off x="6667500"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5D25B5E4-5513-DB6F-04BF-4A2A85E85763}"/>
              </a:ext>
            </a:extLst>
          </p:cNvPr>
          <p:cNvSpPr>
            <a:spLocks noGrp="1"/>
          </p:cNvSpPr>
          <p:nvPr>
            <p:ph type="body" sz="quarter" idx="20"/>
          </p:nvPr>
        </p:nvSpPr>
        <p:spPr>
          <a:xfrm>
            <a:off x="1273922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Text Placeholder 6">
            <a:extLst>
              <a:ext uri="{FF2B5EF4-FFF2-40B4-BE49-F238E27FC236}">
                <a16:creationId xmlns:a16="http://schemas.microsoft.com/office/drawing/2014/main" id="{EC86775E-92B8-3897-2210-2993F34BA628}"/>
              </a:ext>
            </a:extLst>
          </p:cNvPr>
          <p:cNvSpPr>
            <a:spLocks noGrp="1"/>
          </p:cNvSpPr>
          <p:nvPr>
            <p:ph type="body" sz="quarter" idx="21"/>
          </p:nvPr>
        </p:nvSpPr>
        <p:spPr>
          <a:xfrm>
            <a:off x="1885950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032234183"/>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385200"/>
            <a:ext cx="4949825" cy="2097087"/>
          </a:xfrm>
        </p:spPr>
        <p:txBody>
          <a:bodyPr/>
          <a:lstStyle>
            <a:lvl1pPr>
              <a:lnSpc>
                <a:spcPct val="100000"/>
              </a:lnSpc>
              <a:defRPr sz="2800" b="0" i="0">
                <a:solidFill>
                  <a:schemeClr val="tx2"/>
                </a:solidFill>
                <a:latin typeface="IBM Plex Sans Light" panose="020B0403050203000203" pitchFamily="34" charset="0"/>
              </a:defRPr>
            </a:lvl1pPr>
          </a:lstStyle>
          <a:p>
            <a:r>
              <a:rPr lang="en-US" dirty="0"/>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2" y="3429000"/>
            <a:ext cx="4956175" cy="4000500"/>
          </a:xfrm>
          <a:prstGeom prst="rect">
            <a:avLst/>
          </a:prstGeom>
        </p:spPr>
        <p:txBody>
          <a:bodyPr/>
          <a:lstStyle>
            <a:lvl1pPr>
              <a:lnSpc>
                <a:spcPct val="100000"/>
              </a:lnSpc>
              <a:spcBef>
                <a:spcPts val="0"/>
              </a:spcBef>
              <a:defRPr sz="6400" b="0" i="0">
                <a:solidFill>
                  <a:schemeClr val="tx1"/>
                </a:solidFill>
                <a:latin typeface="IBM Plex Sans Light" panose="020B0403050203000203" pitchFamily="34" charset="0"/>
              </a:defRPr>
            </a:lvl1pPr>
          </a:lstStyle>
          <a:p>
            <a:pPr lvl="0"/>
            <a:r>
              <a:rPr lang="en-US" dirty="0"/>
              <a:t>Click to edit Master text styles</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a:prstGeom prst="rect">
            <a:avLst/>
          </a:prstGeom>
        </p:spPr>
        <p:txBody>
          <a:bodyPr anchor="ctr"/>
          <a:lstStyle>
            <a:lvl1pPr algn="ctr">
              <a:defRPr sz="1600" b="0" i="0">
                <a:solidFill>
                  <a:schemeClr val="tx1"/>
                </a:solidFill>
                <a:latin typeface="IBM Plex Sans Light" panose="020B0403050203000203" pitchFamily="34" charset="0"/>
              </a:defRPr>
            </a:lvl1pPr>
          </a:lstStyle>
          <a:p>
            <a:r>
              <a:rPr lang="en-US" dirty="0"/>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76072"/>
            <a:ext cx="1216152" cy="1216152"/>
          </a:xfrm>
          <a:prstGeom prst="rect">
            <a:avLst/>
          </a:prstGeom>
        </p:spPr>
        <p:txBody>
          <a:bodyPr anchor="ctr"/>
          <a:lstStyle>
            <a:lvl1pPr algn="ctr">
              <a:defRPr sz="1600" b="0" i="0">
                <a:solidFill>
                  <a:schemeClr val="tx1"/>
                </a:solidFill>
                <a:latin typeface="IBM Plex Sans Light" panose="020B0403050203000203" pitchFamily="34" charset="0"/>
              </a:defRPr>
            </a:lvl1pPr>
          </a:lstStyle>
          <a:p>
            <a:r>
              <a:rPr lang="en-US" dirty="0"/>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a:prstGeom prst="rect">
            <a:avLst/>
          </a:prstGeom>
        </p:spPr>
        <p:txBody>
          <a:bodyPr anchor="ctr"/>
          <a:lstStyle>
            <a:lvl1pPr algn="ctr">
              <a:defRPr sz="1600" b="0" i="0">
                <a:solidFill>
                  <a:schemeClr val="tx1"/>
                </a:solidFill>
                <a:latin typeface="IBM Plex Sans Light" panose="020B0403050203000203" pitchFamily="34" charset="0"/>
              </a:defRPr>
            </a:lvl1pPr>
          </a:lstStyle>
          <a:p>
            <a:r>
              <a:rPr lang="en-US" dirty="0"/>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3" name="Text Placeholder 6">
            <a:extLst>
              <a:ext uri="{FF2B5EF4-FFF2-40B4-BE49-F238E27FC236}">
                <a16:creationId xmlns:a16="http://schemas.microsoft.com/office/drawing/2014/main" id="{DCEA9C7F-1CB2-B0B0-AE4C-171B0AFC6E26}"/>
              </a:ext>
            </a:extLst>
          </p:cNvPr>
          <p:cNvSpPr>
            <a:spLocks noGrp="1"/>
          </p:cNvSpPr>
          <p:nvPr>
            <p:ph type="body" sz="quarter" idx="10"/>
          </p:nvPr>
        </p:nvSpPr>
        <p:spPr>
          <a:xfrm>
            <a:off x="6667500"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Text Placeholder 6">
            <a:extLst>
              <a:ext uri="{FF2B5EF4-FFF2-40B4-BE49-F238E27FC236}">
                <a16:creationId xmlns:a16="http://schemas.microsoft.com/office/drawing/2014/main" id="{2F4D72D8-0638-1E42-6480-21D9CF7A440E}"/>
              </a:ext>
            </a:extLst>
          </p:cNvPr>
          <p:cNvSpPr>
            <a:spLocks noGrp="1"/>
          </p:cNvSpPr>
          <p:nvPr>
            <p:ph type="body" sz="quarter" idx="20"/>
          </p:nvPr>
        </p:nvSpPr>
        <p:spPr>
          <a:xfrm>
            <a:off x="1273922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2" name="Text Placeholder 6">
            <a:extLst>
              <a:ext uri="{FF2B5EF4-FFF2-40B4-BE49-F238E27FC236}">
                <a16:creationId xmlns:a16="http://schemas.microsoft.com/office/drawing/2014/main" id="{D6DDCC2C-4DA8-F28F-9BBF-ACD120C05B48}"/>
              </a:ext>
            </a:extLst>
          </p:cNvPr>
          <p:cNvSpPr>
            <a:spLocks noGrp="1"/>
          </p:cNvSpPr>
          <p:nvPr>
            <p:ph type="body" sz="quarter" idx="21"/>
          </p:nvPr>
        </p:nvSpPr>
        <p:spPr>
          <a:xfrm>
            <a:off x="18859500" y="3429001"/>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198770675"/>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1 wide colum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a:prstGeom prst="rect">
            <a:avLst/>
          </a:prstGeom>
        </p:spPr>
        <p:txBody>
          <a:bodyPr/>
          <a:lstStyle>
            <a:lvl1pPr>
              <a:lnSpc>
                <a:spcPct val="100000"/>
              </a:lnSpc>
              <a:spcBef>
                <a:spcPts val="0"/>
              </a:spcBef>
              <a:defRPr sz="6400" b="0" i="0">
                <a:solidFill>
                  <a:schemeClr val="tx2"/>
                </a:solidFill>
                <a:latin typeface="IBM Plex Sans Light" panose="020B0403050203000203" pitchFamily="34" charset="0"/>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dirty="0"/>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2" name="Text Placeholder 6">
            <a:extLst>
              <a:ext uri="{FF2B5EF4-FFF2-40B4-BE49-F238E27FC236}">
                <a16:creationId xmlns:a16="http://schemas.microsoft.com/office/drawing/2014/main" id="{AD98038E-FA9A-2E7F-DE4F-45D37F116DFD}"/>
              </a:ext>
            </a:extLst>
          </p:cNvPr>
          <p:cNvSpPr>
            <a:spLocks noGrp="1"/>
          </p:cNvSpPr>
          <p:nvPr>
            <p:ph type="body" sz="quarter" idx="10"/>
          </p:nvPr>
        </p:nvSpPr>
        <p:spPr>
          <a:xfrm>
            <a:off x="6667500"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Text Placeholder 6">
            <a:extLst>
              <a:ext uri="{FF2B5EF4-FFF2-40B4-BE49-F238E27FC236}">
                <a16:creationId xmlns:a16="http://schemas.microsoft.com/office/drawing/2014/main" id="{2B3FDBEC-0A0D-82A4-F347-00CE8AD711B9}"/>
              </a:ext>
            </a:extLst>
          </p:cNvPr>
          <p:cNvSpPr>
            <a:spLocks noGrp="1"/>
          </p:cNvSpPr>
          <p:nvPr>
            <p:ph type="body" sz="quarter" idx="21"/>
          </p:nvPr>
        </p:nvSpPr>
        <p:spPr>
          <a:xfrm>
            <a:off x="12739220" y="3429000"/>
            <a:ext cx="10183842"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108801528"/>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2 wide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385200"/>
            <a:ext cx="7424927" cy="1906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Text Placeholder 6">
            <a:extLst>
              <a:ext uri="{FF2B5EF4-FFF2-40B4-BE49-F238E27FC236}">
                <a16:creationId xmlns:a16="http://schemas.microsoft.com/office/drawing/2014/main" id="{5377FA90-E771-AC82-090E-6FBBAE2633AB}"/>
              </a:ext>
            </a:extLst>
          </p:cNvPr>
          <p:cNvSpPr>
            <a:spLocks noGrp="1"/>
          </p:cNvSpPr>
          <p:nvPr>
            <p:ph type="body" sz="quarter" idx="20"/>
          </p:nvPr>
        </p:nvSpPr>
        <p:spPr>
          <a:xfrm>
            <a:off x="12739220" y="3429000"/>
            <a:ext cx="10183842" cy="85724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83C39AE1-8603-84DA-CC2F-0C36A1C9D153}"/>
              </a:ext>
            </a:extLst>
          </p:cNvPr>
          <p:cNvSpPr>
            <a:spLocks noGrp="1"/>
          </p:cNvSpPr>
          <p:nvPr>
            <p:ph type="body" sz="quarter" idx="21"/>
          </p:nvPr>
        </p:nvSpPr>
        <p:spPr>
          <a:xfrm>
            <a:off x="576072" y="3429000"/>
            <a:ext cx="10183842" cy="85724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977413217"/>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2 columns,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4048"/>
            <a:ext cx="11045825" cy="4573587"/>
          </a:xfrm>
        </p:spPr>
        <p:txBody>
          <a:bodyPr rIns="457200"/>
          <a:lstStyle>
            <a:lvl1pPr>
              <a:lnSpc>
                <a:spcPct val="100000"/>
              </a:lnSpc>
              <a:defRPr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Text Placeholder 6">
            <a:extLst>
              <a:ext uri="{FF2B5EF4-FFF2-40B4-BE49-F238E27FC236}">
                <a16:creationId xmlns:a16="http://schemas.microsoft.com/office/drawing/2014/main" id="{A3A4153E-E96A-682A-6ADB-86D8329C1B21}"/>
              </a:ext>
            </a:extLst>
          </p:cNvPr>
          <p:cNvSpPr>
            <a:spLocks noGrp="1"/>
          </p:cNvSpPr>
          <p:nvPr>
            <p:ph type="body" sz="quarter" idx="10"/>
          </p:nvPr>
        </p:nvSpPr>
        <p:spPr>
          <a:xfrm>
            <a:off x="12775460" y="384044"/>
            <a:ext cx="4963923" cy="11431587"/>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8AA778F7-DDE5-2F6E-F5FA-F5B0F120E06A}"/>
              </a:ext>
            </a:extLst>
          </p:cNvPr>
          <p:cNvSpPr>
            <a:spLocks noGrp="1"/>
          </p:cNvSpPr>
          <p:nvPr>
            <p:ph type="body" sz="quarter" idx="20"/>
          </p:nvPr>
        </p:nvSpPr>
        <p:spPr>
          <a:xfrm>
            <a:off x="18847180" y="384045"/>
            <a:ext cx="4963923" cy="114315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512833161"/>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2 columns,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5200"/>
            <a:ext cx="4953000" cy="4573587"/>
          </a:xfrm>
        </p:spPr>
        <p:txBody>
          <a:bodyPr/>
          <a:lstStyle>
            <a:lvl1pPr>
              <a:lnSpc>
                <a:spcPct val="100000"/>
              </a:lnSpc>
              <a:defRPr sz="4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6" name="Text Placeholder 6">
            <a:extLst>
              <a:ext uri="{FF2B5EF4-FFF2-40B4-BE49-F238E27FC236}">
                <a16:creationId xmlns:a16="http://schemas.microsoft.com/office/drawing/2014/main" id="{138C4317-85BF-2C36-29AD-9974CF6DE93C}"/>
              </a:ext>
            </a:extLst>
          </p:cNvPr>
          <p:cNvSpPr>
            <a:spLocks noGrp="1"/>
          </p:cNvSpPr>
          <p:nvPr>
            <p:ph type="body" sz="quarter" idx="10"/>
          </p:nvPr>
        </p:nvSpPr>
        <p:spPr>
          <a:xfrm>
            <a:off x="12775460" y="384044"/>
            <a:ext cx="4963923" cy="11431587"/>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11D0A98E-CDEF-685C-25C7-E4EA3AFDCDFD}"/>
              </a:ext>
            </a:extLst>
          </p:cNvPr>
          <p:cNvSpPr>
            <a:spLocks noGrp="1"/>
          </p:cNvSpPr>
          <p:nvPr>
            <p:ph type="body" sz="quarter" idx="20"/>
          </p:nvPr>
        </p:nvSpPr>
        <p:spPr>
          <a:xfrm>
            <a:off x="18847180" y="384045"/>
            <a:ext cx="4963923" cy="114315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4245141"/>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4048"/>
            <a:ext cx="11039476" cy="4573587"/>
          </a:xfrm>
        </p:spPr>
        <p:txBody>
          <a:bodyPr rIns="457200"/>
          <a:lstStyle>
            <a:lvl1pPr>
              <a:lnSpc>
                <a:spcPct val="100000"/>
              </a:lnSpc>
              <a:defRPr b="0" i="0">
                <a:solidFill>
                  <a:schemeClr val="tx2"/>
                </a:solidFill>
                <a:latin typeface="IBM Plex Sans Light" panose="020B0403050203000203" pitchFamily="34" charset="0"/>
              </a:defRPr>
            </a:lvl1pPr>
          </a:lstStyle>
          <a:p>
            <a:r>
              <a:rPr lang="en-US" dirty="0"/>
              <a:t>Click to edit Master title style</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1" name="Text Placeholder 6">
            <a:extLst>
              <a:ext uri="{FF2B5EF4-FFF2-40B4-BE49-F238E27FC236}">
                <a16:creationId xmlns:a16="http://schemas.microsoft.com/office/drawing/2014/main" id="{4401EF50-EF95-0C87-38FD-2E0B9FD3E33F}"/>
              </a:ext>
            </a:extLst>
          </p:cNvPr>
          <p:cNvSpPr>
            <a:spLocks noGrp="1"/>
          </p:cNvSpPr>
          <p:nvPr>
            <p:ph type="body" sz="quarter" idx="10"/>
          </p:nvPr>
        </p:nvSpPr>
        <p:spPr>
          <a:xfrm>
            <a:off x="12787780" y="3429000"/>
            <a:ext cx="4963923" cy="85724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A7715D83-2EB0-631E-31DF-DAE49EE10509}"/>
              </a:ext>
            </a:extLst>
          </p:cNvPr>
          <p:cNvSpPr>
            <a:spLocks noGrp="1"/>
          </p:cNvSpPr>
          <p:nvPr>
            <p:ph type="body" sz="quarter" idx="21"/>
          </p:nvPr>
        </p:nvSpPr>
        <p:spPr>
          <a:xfrm>
            <a:off x="18859500" y="3429002"/>
            <a:ext cx="4963923" cy="8572498"/>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6">
            <a:extLst>
              <a:ext uri="{FF2B5EF4-FFF2-40B4-BE49-F238E27FC236}">
                <a16:creationId xmlns:a16="http://schemas.microsoft.com/office/drawing/2014/main" id="{72EE4CB5-8991-123D-EBF8-1ED34CC50FE6}"/>
              </a:ext>
            </a:extLst>
          </p:cNvPr>
          <p:cNvSpPr>
            <a:spLocks noGrp="1"/>
          </p:cNvSpPr>
          <p:nvPr>
            <p:ph type="body" sz="quarter" idx="22"/>
          </p:nvPr>
        </p:nvSpPr>
        <p:spPr>
          <a:xfrm>
            <a:off x="12787780" y="384048"/>
            <a:ext cx="4963923" cy="1525587"/>
          </a:xfrm>
          <a:prstGeom prst="rect">
            <a:avLst/>
          </a:prstGeom>
        </p:spPr>
        <p:txBody>
          <a:bodyPr/>
          <a:lstStyle>
            <a:lvl1pPr defTabSz="1161288">
              <a:lnSpc>
                <a:spcPct val="100000"/>
              </a:lnSpc>
              <a:spcBef>
                <a:spcPts val="0"/>
              </a:spcBef>
              <a:defRPr sz="4400" b="0" i="0">
                <a:solidFill>
                  <a:schemeClr val="tx1"/>
                </a:solidFill>
                <a:latin typeface="IBM Plex Sans Light" panose="020B0403050203000203" pitchFamily="34" charset="0"/>
              </a:defRPr>
            </a:lvl1pPr>
            <a:lvl2pPr defTabSz="1161288">
              <a:lnSpc>
                <a:spcPct val="100000"/>
              </a:lnSpc>
              <a:spcBef>
                <a:spcPts val="0"/>
              </a:spcBef>
              <a:defRPr sz="4400" b="0" i="0">
                <a:solidFill>
                  <a:schemeClr val="tx1"/>
                </a:solidFill>
                <a:latin typeface="IBM Plex Sans Light" panose="020B0403050203000203" pitchFamily="34" charset="0"/>
              </a:defRPr>
            </a:lvl2pPr>
            <a:lvl3pPr defTabSz="1161288">
              <a:lnSpc>
                <a:spcPct val="100000"/>
              </a:lnSpc>
              <a:spcBef>
                <a:spcPts val="0"/>
              </a:spcBef>
              <a:defRPr sz="4400" b="0" i="0">
                <a:solidFill>
                  <a:schemeClr val="tx1"/>
                </a:solidFill>
                <a:latin typeface="IBM Plex Sans Light" panose="020B0403050203000203" pitchFamily="34" charset="0"/>
              </a:defRPr>
            </a:lvl3pPr>
            <a:lvl4pPr defTabSz="1161288">
              <a:lnSpc>
                <a:spcPct val="100000"/>
              </a:lnSpc>
              <a:spcBef>
                <a:spcPts val="0"/>
              </a:spcBef>
              <a:defRPr sz="4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6">
            <a:extLst>
              <a:ext uri="{FF2B5EF4-FFF2-40B4-BE49-F238E27FC236}">
                <a16:creationId xmlns:a16="http://schemas.microsoft.com/office/drawing/2014/main" id="{14ACB30C-F320-75FA-F4BC-8A4103FF2F36}"/>
              </a:ext>
            </a:extLst>
          </p:cNvPr>
          <p:cNvSpPr>
            <a:spLocks noGrp="1"/>
          </p:cNvSpPr>
          <p:nvPr>
            <p:ph type="body" sz="quarter" idx="23"/>
          </p:nvPr>
        </p:nvSpPr>
        <p:spPr>
          <a:xfrm>
            <a:off x="18847180" y="384048"/>
            <a:ext cx="4963923" cy="1525587"/>
          </a:xfrm>
          <a:prstGeom prst="rect">
            <a:avLst/>
          </a:prstGeom>
        </p:spPr>
        <p:txBody>
          <a:bodyPr/>
          <a:lstStyle>
            <a:lvl1pPr defTabSz="1161288">
              <a:lnSpc>
                <a:spcPct val="100000"/>
              </a:lnSpc>
              <a:spcBef>
                <a:spcPts val="0"/>
              </a:spcBef>
              <a:defRPr sz="4400" b="0" i="0">
                <a:solidFill>
                  <a:schemeClr val="tx1"/>
                </a:solidFill>
                <a:latin typeface="IBM Plex Sans Light" panose="020B0403050203000203" pitchFamily="34" charset="0"/>
              </a:defRPr>
            </a:lvl1pPr>
            <a:lvl2pPr defTabSz="1161288">
              <a:lnSpc>
                <a:spcPct val="100000"/>
              </a:lnSpc>
              <a:spcBef>
                <a:spcPts val="0"/>
              </a:spcBef>
              <a:defRPr sz="4400" b="0" i="0">
                <a:solidFill>
                  <a:schemeClr val="tx1"/>
                </a:solidFill>
                <a:latin typeface="IBM Plex Sans Light" panose="020B0403050203000203" pitchFamily="34" charset="0"/>
              </a:defRPr>
            </a:lvl2pPr>
            <a:lvl3pPr defTabSz="1161288">
              <a:lnSpc>
                <a:spcPct val="100000"/>
              </a:lnSpc>
              <a:spcBef>
                <a:spcPts val="0"/>
              </a:spcBef>
              <a:defRPr sz="4400" b="0" i="0">
                <a:solidFill>
                  <a:schemeClr val="tx1"/>
                </a:solidFill>
                <a:latin typeface="IBM Plex Sans Light" panose="020B0403050203000203" pitchFamily="34" charset="0"/>
              </a:defRPr>
            </a:lvl3pPr>
            <a:lvl4pPr defTabSz="1161288">
              <a:lnSpc>
                <a:spcPct val="100000"/>
              </a:lnSpc>
              <a:spcBef>
                <a:spcPts val="0"/>
              </a:spcBef>
              <a:defRPr sz="4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387815769"/>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5200"/>
            <a:ext cx="4949826" cy="4573587"/>
          </a:xfrm>
        </p:spPr>
        <p:txBody>
          <a:bodyPr rIns="0"/>
          <a:lstStyle>
            <a:lvl1pPr>
              <a:lnSpc>
                <a:spcPct val="100000"/>
              </a:lnSpc>
              <a:defRPr sz="4400" b="0" i="0">
                <a:solidFill>
                  <a:schemeClr val="tx2"/>
                </a:solidFill>
                <a:latin typeface="IBM Plex Sans Light" panose="020B0403050203000203" pitchFamily="34" charset="0"/>
              </a:defRPr>
            </a:lvl1pPr>
          </a:lstStyle>
          <a:p>
            <a:r>
              <a:rPr lang="en-US" dirty="0"/>
              <a:t>Click to edit Master title style</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C320D13A-B2E3-8109-F9A4-70AB45A14B5D}"/>
              </a:ext>
            </a:extLst>
          </p:cNvPr>
          <p:cNvSpPr>
            <a:spLocks noGrp="1"/>
          </p:cNvSpPr>
          <p:nvPr>
            <p:ph type="body" sz="quarter" idx="10"/>
          </p:nvPr>
        </p:nvSpPr>
        <p:spPr>
          <a:xfrm>
            <a:off x="12787780" y="3429000"/>
            <a:ext cx="4963923" cy="8572499"/>
          </a:xfrm>
          <a:prstGeom prst="rect">
            <a:avLst/>
          </a:prstGeom>
        </p:spPr>
        <p:txBody>
          <a:bodyPr/>
          <a:lstStyle>
            <a:lvl1pPr defTabSz="1161288">
              <a:lnSpc>
                <a:spcPct val="100000"/>
              </a:lnSpc>
              <a:spcBef>
                <a:spcPts val="0"/>
              </a:spcBef>
              <a:defRPr sz="2800" b="0" i="0">
                <a:solidFill>
                  <a:schemeClr val="tx1"/>
                </a:solidFill>
                <a:latin typeface="IBM Plex Sans Light" panose="020B0403050203000203" pitchFamily="34" charset="0"/>
              </a:defRPr>
            </a:lvl1pPr>
            <a:lvl2pPr defTabSz="1161288">
              <a:lnSpc>
                <a:spcPct val="100000"/>
              </a:lnSpc>
              <a:spcBef>
                <a:spcPts val="0"/>
              </a:spcBef>
              <a:defRPr sz="2800" b="0" i="0">
                <a:solidFill>
                  <a:schemeClr val="tx1"/>
                </a:solidFill>
                <a:latin typeface="IBM Plex Sans Light" panose="020B0403050203000203" pitchFamily="34" charset="0"/>
              </a:defRPr>
            </a:lvl2pPr>
            <a:lvl3pPr defTabSz="1161288">
              <a:lnSpc>
                <a:spcPct val="100000"/>
              </a:lnSpc>
              <a:spcBef>
                <a:spcPts val="0"/>
              </a:spcBef>
              <a:defRPr sz="2800" b="0" i="0">
                <a:solidFill>
                  <a:schemeClr val="tx1"/>
                </a:solidFill>
                <a:latin typeface="IBM Plex Sans Light" panose="020B0403050203000203" pitchFamily="34" charset="0"/>
              </a:defRPr>
            </a:lvl3pPr>
            <a:lvl4pPr defTabSz="1161288">
              <a:lnSpc>
                <a:spcPct val="100000"/>
              </a:lnSpc>
              <a:spcBef>
                <a:spcPts val="0"/>
              </a:spcBef>
              <a:defRPr sz="28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6">
            <a:extLst>
              <a:ext uri="{FF2B5EF4-FFF2-40B4-BE49-F238E27FC236}">
                <a16:creationId xmlns:a16="http://schemas.microsoft.com/office/drawing/2014/main" id="{974BDB94-1ECF-14DA-1C2A-F289E665E08B}"/>
              </a:ext>
            </a:extLst>
          </p:cNvPr>
          <p:cNvSpPr>
            <a:spLocks noGrp="1"/>
          </p:cNvSpPr>
          <p:nvPr>
            <p:ph type="body" sz="quarter" idx="21"/>
          </p:nvPr>
        </p:nvSpPr>
        <p:spPr>
          <a:xfrm>
            <a:off x="18859500" y="3429002"/>
            <a:ext cx="4963923" cy="8572498"/>
          </a:xfrm>
          <a:prstGeom prst="rect">
            <a:avLst/>
          </a:prstGeom>
        </p:spPr>
        <p:txBody>
          <a:bodyPr/>
          <a:lstStyle>
            <a:lvl1pPr defTabSz="1161288">
              <a:lnSpc>
                <a:spcPct val="100000"/>
              </a:lnSpc>
              <a:spcBef>
                <a:spcPts val="0"/>
              </a:spcBef>
              <a:defRPr sz="2800" b="0" i="0">
                <a:solidFill>
                  <a:schemeClr val="tx1"/>
                </a:solidFill>
                <a:latin typeface="IBM Plex Sans Light" panose="020B0403050203000203" pitchFamily="34" charset="0"/>
              </a:defRPr>
            </a:lvl1pPr>
            <a:lvl2pPr defTabSz="1161288">
              <a:lnSpc>
                <a:spcPct val="100000"/>
              </a:lnSpc>
              <a:spcBef>
                <a:spcPts val="0"/>
              </a:spcBef>
              <a:defRPr sz="2800" b="0" i="0">
                <a:solidFill>
                  <a:schemeClr val="tx1"/>
                </a:solidFill>
                <a:latin typeface="IBM Plex Sans Light" panose="020B0403050203000203" pitchFamily="34" charset="0"/>
              </a:defRPr>
            </a:lvl2pPr>
            <a:lvl3pPr defTabSz="1161288">
              <a:lnSpc>
                <a:spcPct val="100000"/>
              </a:lnSpc>
              <a:spcBef>
                <a:spcPts val="0"/>
              </a:spcBef>
              <a:defRPr sz="2800" b="0" i="0">
                <a:solidFill>
                  <a:schemeClr val="tx1"/>
                </a:solidFill>
                <a:latin typeface="IBM Plex Sans Light" panose="020B0403050203000203" pitchFamily="34" charset="0"/>
              </a:defRPr>
            </a:lvl3pPr>
            <a:lvl4pPr defTabSz="1161288">
              <a:lnSpc>
                <a:spcPct val="100000"/>
              </a:lnSpc>
              <a:spcBef>
                <a:spcPts val="0"/>
              </a:spcBef>
              <a:defRPr sz="28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Text Placeholder 6">
            <a:extLst>
              <a:ext uri="{FF2B5EF4-FFF2-40B4-BE49-F238E27FC236}">
                <a16:creationId xmlns:a16="http://schemas.microsoft.com/office/drawing/2014/main" id="{D6E55AA2-DCD0-9227-A831-24FD27E4CB54}"/>
              </a:ext>
            </a:extLst>
          </p:cNvPr>
          <p:cNvSpPr>
            <a:spLocks noGrp="1"/>
          </p:cNvSpPr>
          <p:nvPr>
            <p:ph type="body" sz="quarter" idx="22"/>
          </p:nvPr>
        </p:nvSpPr>
        <p:spPr>
          <a:xfrm>
            <a:off x="12787780" y="384048"/>
            <a:ext cx="4963923" cy="1525587"/>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08FF2718-83A0-A416-2862-0D7439636230}"/>
              </a:ext>
            </a:extLst>
          </p:cNvPr>
          <p:cNvSpPr>
            <a:spLocks noGrp="1"/>
          </p:cNvSpPr>
          <p:nvPr>
            <p:ph type="body" sz="quarter" idx="23"/>
          </p:nvPr>
        </p:nvSpPr>
        <p:spPr>
          <a:xfrm>
            <a:off x="18847180" y="384048"/>
            <a:ext cx="4963923" cy="1525587"/>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121139551"/>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a:prstGeom prst="rect">
            <a:avLst/>
          </a:prstGeom>
        </p:spPr>
        <p:txBody>
          <a:bodyPr/>
          <a:lstStyle>
            <a:lvl1pPr>
              <a:lnSpc>
                <a:spcPct val="100000"/>
              </a:lnSpc>
              <a:spcBef>
                <a:spcPts val="0"/>
              </a:spcBef>
              <a:defRPr sz="6400" b="0" i="0">
                <a:solidFill>
                  <a:schemeClr val="tx2"/>
                </a:solidFill>
                <a:latin typeface="IBM Plex Sans Light" panose="020B0403050203000203" pitchFamily="34" charset="0"/>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dirty="0"/>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1216152" cy="1214462"/>
          </a:xfrm>
          <a:prstGeom prst="rect">
            <a:avLst/>
          </a:prstGeom>
        </p:spPr>
        <p:txBody>
          <a:bodyPr anchor="ctr"/>
          <a:lstStyle>
            <a:lvl1pPr algn="ctr">
              <a:defRPr sz="1600" b="0" i="0">
                <a:solidFill>
                  <a:schemeClr val="tx1"/>
                </a:solidFill>
                <a:latin typeface="IBM Plex Sans Light" panose="020B0403050203000203" pitchFamily="34" charset="0"/>
              </a:defRPr>
            </a:lvl1pPr>
          </a:lstStyle>
          <a:p>
            <a:r>
              <a:rPr lang="en-US" dirty="0"/>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a:prstGeom prst="rect">
            <a:avLst/>
          </a:prstGeom>
        </p:spPr>
        <p:txBody>
          <a:bodyPr anchor="ctr"/>
          <a:lstStyle>
            <a:lvl1pPr algn="ctr">
              <a:defRPr sz="1600" b="0" i="0">
                <a:solidFill>
                  <a:schemeClr val="tx1"/>
                </a:solidFill>
                <a:latin typeface="IBM Plex Sans Light" panose="020B0403050203000203" pitchFamily="34" charset="0"/>
              </a:defRPr>
            </a:lvl1pPr>
          </a:lstStyle>
          <a:p>
            <a:r>
              <a:rPr lang="en-US" dirty="0"/>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6" name="Text Placeholder 6">
            <a:extLst>
              <a:ext uri="{FF2B5EF4-FFF2-40B4-BE49-F238E27FC236}">
                <a16:creationId xmlns:a16="http://schemas.microsoft.com/office/drawing/2014/main" id="{C6703E2E-EBF0-C866-7278-E844AFCB3A5F}"/>
              </a:ext>
            </a:extLst>
          </p:cNvPr>
          <p:cNvSpPr>
            <a:spLocks noGrp="1"/>
          </p:cNvSpPr>
          <p:nvPr>
            <p:ph type="body" sz="quarter" idx="10"/>
          </p:nvPr>
        </p:nvSpPr>
        <p:spPr>
          <a:xfrm>
            <a:off x="6667500"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6">
            <a:extLst>
              <a:ext uri="{FF2B5EF4-FFF2-40B4-BE49-F238E27FC236}">
                <a16:creationId xmlns:a16="http://schemas.microsoft.com/office/drawing/2014/main" id="{BD2030D9-4E2C-5A41-AC60-E9DAA791E354}"/>
              </a:ext>
            </a:extLst>
          </p:cNvPr>
          <p:cNvSpPr>
            <a:spLocks noGrp="1"/>
          </p:cNvSpPr>
          <p:nvPr>
            <p:ph type="body" sz="quarter" idx="20"/>
          </p:nvPr>
        </p:nvSpPr>
        <p:spPr>
          <a:xfrm>
            <a:off x="12739220" y="3429001"/>
            <a:ext cx="4963923" cy="8572500"/>
          </a:xfrm>
          <a:prstGeom prst="rect">
            <a:avLst/>
          </a:prstGeom>
        </p:spPr>
        <p:txBody>
          <a:bodyPr/>
          <a:lstStyle>
            <a:lvl1pPr defTabSz="1161288">
              <a:lnSpc>
                <a:spcPct val="100000"/>
              </a:lnSpc>
              <a:spcBef>
                <a:spcPts val="0"/>
              </a:spcBef>
              <a:defRPr sz="2800" b="0" i="0">
                <a:solidFill>
                  <a:schemeClr val="tx1"/>
                </a:solidFill>
                <a:latin typeface="IBM Plex Sans Light" panose="020B0403050203000203" pitchFamily="34" charset="0"/>
              </a:defRPr>
            </a:lvl1pPr>
            <a:lvl2pPr defTabSz="1161288">
              <a:lnSpc>
                <a:spcPct val="100000"/>
              </a:lnSpc>
              <a:spcBef>
                <a:spcPts val="0"/>
              </a:spcBef>
              <a:defRPr sz="2800" b="0" i="0">
                <a:solidFill>
                  <a:schemeClr val="tx1"/>
                </a:solidFill>
                <a:latin typeface="IBM Plex Sans Light" panose="020B0403050203000203" pitchFamily="34" charset="0"/>
              </a:defRPr>
            </a:lvl2pPr>
            <a:lvl3pPr defTabSz="1161288">
              <a:lnSpc>
                <a:spcPct val="100000"/>
              </a:lnSpc>
              <a:spcBef>
                <a:spcPts val="0"/>
              </a:spcBef>
              <a:defRPr sz="2800" b="0" i="0">
                <a:solidFill>
                  <a:schemeClr val="tx1"/>
                </a:solidFill>
                <a:latin typeface="IBM Plex Sans Light" panose="020B0403050203000203" pitchFamily="34" charset="0"/>
              </a:defRPr>
            </a:lvl3pPr>
            <a:lvl4pPr defTabSz="1161288">
              <a:lnSpc>
                <a:spcPct val="100000"/>
              </a:lnSpc>
              <a:spcBef>
                <a:spcPts val="0"/>
              </a:spcBef>
              <a:defRPr sz="28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6">
            <a:extLst>
              <a:ext uri="{FF2B5EF4-FFF2-40B4-BE49-F238E27FC236}">
                <a16:creationId xmlns:a16="http://schemas.microsoft.com/office/drawing/2014/main" id="{2473B493-1BC7-D878-AEAA-C60A2D67B762}"/>
              </a:ext>
            </a:extLst>
          </p:cNvPr>
          <p:cNvSpPr>
            <a:spLocks noGrp="1"/>
          </p:cNvSpPr>
          <p:nvPr>
            <p:ph type="body" sz="quarter" idx="21"/>
          </p:nvPr>
        </p:nvSpPr>
        <p:spPr>
          <a:xfrm>
            <a:off x="18859500" y="3429001"/>
            <a:ext cx="4963923" cy="8572500"/>
          </a:xfrm>
          <a:prstGeom prst="rect">
            <a:avLst/>
          </a:prstGeom>
        </p:spPr>
        <p:txBody>
          <a:bodyPr/>
          <a:lstStyle>
            <a:lvl1pPr defTabSz="1161288">
              <a:lnSpc>
                <a:spcPct val="100000"/>
              </a:lnSpc>
              <a:spcBef>
                <a:spcPts val="0"/>
              </a:spcBef>
              <a:defRPr sz="2800" b="0" i="0">
                <a:solidFill>
                  <a:schemeClr val="tx1"/>
                </a:solidFill>
                <a:latin typeface="IBM Plex Sans Light" panose="020B0403050203000203" pitchFamily="34" charset="0"/>
              </a:defRPr>
            </a:lvl1pPr>
            <a:lvl2pPr defTabSz="1161288">
              <a:lnSpc>
                <a:spcPct val="100000"/>
              </a:lnSpc>
              <a:spcBef>
                <a:spcPts val="0"/>
              </a:spcBef>
              <a:defRPr sz="2800" b="0" i="0">
                <a:solidFill>
                  <a:schemeClr val="tx1"/>
                </a:solidFill>
                <a:latin typeface="IBM Plex Sans Light" panose="020B0403050203000203" pitchFamily="34" charset="0"/>
              </a:defRPr>
            </a:lvl2pPr>
            <a:lvl3pPr defTabSz="1161288">
              <a:lnSpc>
                <a:spcPct val="100000"/>
              </a:lnSpc>
              <a:spcBef>
                <a:spcPts val="0"/>
              </a:spcBef>
              <a:defRPr sz="2800" b="0" i="0">
                <a:solidFill>
                  <a:schemeClr val="tx1"/>
                </a:solidFill>
                <a:latin typeface="IBM Plex Sans Light" panose="020B0403050203000203" pitchFamily="34" charset="0"/>
              </a:defRPr>
            </a:lvl3pPr>
            <a:lvl4pPr defTabSz="1161288">
              <a:lnSpc>
                <a:spcPct val="100000"/>
              </a:lnSpc>
              <a:spcBef>
                <a:spcPts val="0"/>
              </a:spcBef>
              <a:defRPr sz="28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072717754"/>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a:prstGeom prst="rect">
            <a:avLst/>
          </a:prstGeom>
        </p:spPr>
        <p:txBody>
          <a:bodyPr anchor="ctr"/>
          <a:lstStyle>
            <a:lvl1pPr algn="ctr">
              <a:defRPr sz="1600" b="0" i="0">
                <a:latin typeface="IBM Plex Sans Light" panose="020B0403050203000203" pitchFamily="34" charset="0"/>
              </a:defRPr>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76072"/>
            <a:ext cx="1216152" cy="1216152"/>
          </a:xfrm>
          <a:prstGeom prst="rect">
            <a:avLst/>
          </a:prstGeom>
        </p:spPr>
        <p:txBody>
          <a:bodyPr anchor="ctr"/>
          <a:lstStyle>
            <a:lvl1pPr algn="ctr">
              <a:defRPr sz="1600" b="0" i="0">
                <a:latin typeface="IBM Plex Sans Light" panose="020B0403050203000203" pitchFamily="34" charset="0"/>
              </a:defRPr>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a:prstGeom prst="rect">
            <a:avLst/>
          </a:prstGeom>
        </p:spPr>
        <p:txBody>
          <a:bodyPr anchor="ctr"/>
          <a:lstStyle>
            <a:lvl1pPr algn="ctr">
              <a:defRPr sz="1600" b="0" i="0">
                <a:latin typeface="IBM Plex Sans Light" panose="020B0403050203000203" pitchFamily="34" charset="0"/>
              </a:defRPr>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216152" cy="1216152"/>
          </a:xfrm>
          <a:prstGeom prst="rect">
            <a:avLst/>
          </a:prstGeom>
        </p:spPr>
        <p:txBody>
          <a:bodyPr anchor="ctr"/>
          <a:lstStyle>
            <a:lvl1pPr algn="ctr">
              <a:defRPr sz="1600" b="0" i="0">
                <a:latin typeface="IBM Plex Sans Light" panose="020B0403050203000203" pitchFamily="34" charset="0"/>
              </a:defRPr>
            </a:lvl1pPr>
          </a:lstStyle>
          <a:p>
            <a:r>
              <a:rPr lang="en-US" dirty="0"/>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0" name="Text Placeholder 6">
            <a:extLst>
              <a:ext uri="{FF2B5EF4-FFF2-40B4-BE49-F238E27FC236}">
                <a16:creationId xmlns:a16="http://schemas.microsoft.com/office/drawing/2014/main" id="{FE4E8AF0-4192-FB86-9702-8592B301CAB8}"/>
              </a:ext>
            </a:extLst>
          </p:cNvPr>
          <p:cNvSpPr>
            <a:spLocks noGrp="1"/>
          </p:cNvSpPr>
          <p:nvPr>
            <p:ph type="body" sz="quarter" idx="22"/>
          </p:nvPr>
        </p:nvSpPr>
        <p:spPr>
          <a:xfrm>
            <a:off x="560577" y="2456592"/>
            <a:ext cx="6670675" cy="3067904"/>
          </a:xfrm>
          <a:prstGeom prst="rect">
            <a:avLst/>
          </a:prstGeom>
        </p:spPr>
        <p:txBody>
          <a:bodyPr/>
          <a:lstStyle>
            <a:lvl1pPr defTabSz="1161288">
              <a:lnSpc>
                <a:spcPct val="100000"/>
              </a:lnSpc>
              <a:spcBef>
                <a:spcPts val="0"/>
              </a:spcBef>
              <a:defRPr sz="4400" b="0" i="0">
                <a:solidFill>
                  <a:schemeClr val="tx1"/>
                </a:solidFill>
                <a:latin typeface="IBM Plex Sans Light" panose="020B0403050203000203" pitchFamily="34" charset="0"/>
              </a:defRPr>
            </a:lvl1pPr>
            <a:lvl2pPr defTabSz="1161288">
              <a:lnSpc>
                <a:spcPct val="100000"/>
              </a:lnSpc>
              <a:spcBef>
                <a:spcPts val="0"/>
              </a:spcBef>
              <a:defRPr sz="4400" b="0" i="0">
                <a:solidFill>
                  <a:schemeClr val="tx1"/>
                </a:solidFill>
                <a:latin typeface="IBM Plex Sans Light" panose="020B0403050203000203" pitchFamily="34" charset="0"/>
              </a:defRPr>
            </a:lvl2pPr>
            <a:lvl3pPr defTabSz="1161288">
              <a:lnSpc>
                <a:spcPct val="100000"/>
              </a:lnSpc>
              <a:spcBef>
                <a:spcPts val="0"/>
              </a:spcBef>
              <a:defRPr sz="4400" b="0" i="0">
                <a:solidFill>
                  <a:schemeClr val="tx1"/>
                </a:solidFill>
                <a:latin typeface="IBM Plex Sans Light" panose="020B0403050203000203" pitchFamily="34" charset="0"/>
              </a:defRPr>
            </a:lvl3pPr>
            <a:lvl4pPr defTabSz="1161288">
              <a:lnSpc>
                <a:spcPct val="100000"/>
              </a:lnSpc>
              <a:spcBef>
                <a:spcPts val="0"/>
              </a:spcBef>
              <a:defRPr sz="4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B5744FFC-849B-8FBD-FF73-B21942BA087F}"/>
              </a:ext>
            </a:extLst>
          </p:cNvPr>
          <p:cNvSpPr>
            <a:spLocks noGrp="1"/>
          </p:cNvSpPr>
          <p:nvPr>
            <p:ph type="body" sz="quarter" idx="23"/>
          </p:nvPr>
        </p:nvSpPr>
        <p:spPr>
          <a:xfrm>
            <a:off x="12763500" y="2456592"/>
            <a:ext cx="6670675" cy="3067901"/>
          </a:xfrm>
          <a:prstGeom prst="rect">
            <a:avLst/>
          </a:prstGeom>
        </p:spPr>
        <p:txBody>
          <a:bodyPr/>
          <a:lstStyle>
            <a:lvl1pPr defTabSz="1161288">
              <a:lnSpc>
                <a:spcPct val="100000"/>
              </a:lnSpc>
              <a:spcBef>
                <a:spcPts val="0"/>
              </a:spcBef>
              <a:defRPr sz="4400" b="0" i="0">
                <a:solidFill>
                  <a:schemeClr val="tx1"/>
                </a:solidFill>
                <a:latin typeface="IBM Plex Sans Light" panose="020B0403050203000203" pitchFamily="34" charset="0"/>
              </a:defRPr>
            </a:lvl1pPr>
            <a:lvl2pPr defTabSz="1161288">
              <a:lnSpc>
                <a:spcPct val="100000"/>
              </a:lnSpc>
              <a:spcBef>
                <a:spcPts val="0"/>
              </a:spcBef>
              <a:defRPr sz="4400" b="0" i="0">
                <a:solidFill>
                  <a:schemeClr val="tx1"/>
                </a:solidFill>
                <a:latin typeface="IBM Plex Sans Light" panose="020B0403050203000203" pitchFamily="34" charset="0"/>
              </a:defRPr>
            </a:lvl2pPr>
            <a:lvl3pPr defTabSz="1161288">
              <a:lnSpc>
                <a:spcPct val="100000"/>
              </a:lnSpc>
              <a:spcBef>
                <a:spcPts val="0"/>
              </a:spcBef>
              <a:defRPr sz="4400" b="0" i="0">
                <a:solidFill>
                  <a:schemeClr val="tx1"/>
                </a:solidFill>
                <a:latin typeface="IBM Plex Sans Light" panose="020B0403050203000203" pitchFamily="34" charset="0"/>
              </a:defRPr>
            </a:lvl3pPr>
            <a:lvl4pPr defTabSz="1161288">
              <a:lnSpc>
                <a:spcPct val="100000"/>
              </a:lnSpc>
              <a:spcBef>
                <a:spcPts val="0"/>
              </a:spcBef>
              <a:defRPr sz="4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6">
            <a:extLst>
              <a:ext uri="{FF2B5EF4-FFF2-40B4-BE49-F238E27FC236}">
                <a16:creationId xmlns:a16="http://schemas.microsoft.com/office/drawing/2014/main" id="{70A13E8E-060C-6E01-AB11-41A2190116B1}"/>
              </a:ext>
            </a:extLst>
          </p:cNvPr>
          <p:cNvSpPr>
            <a:spLocks noGrp="1"/>
          </p:cNvSpPr>
          <p:nvPr>
            <p:ph type="body" sz="quarter" idx="24"/>
          </p:nvPr>
        </p:nvSpPr>
        <p:spPr>
          <a:xfrm>
            <a:off x="576073" y="8362096"/>
            <a:ext cx="6670675" cy="3067897"/>
          </a:xfrm>
          <a:prstGeom prst="rect">
            <a:avLst/>
          </a:prstGeom>
        </p:spPr>
        <p:txBody>
          <a:bodyPr/>
          <a:lstStyle>
            <a:lvl1pPr defTabSz="1161288">
              <a:lnSpc>
                <a:spcPct val="100000"/>
              </a:lnSpc>
              <a:spcBef>
                <a:spcPts val="0"/>
              </a:spcBef>
              <a:defRPr sz="4400" b="0" i="0">
                <a:solidFill>
                  <a:schemeClr val="tx1"/>
                </a:solidFill>
                <a:latin typeface="IBM Plex Sans Light" panose="020B0403050203000203" pitchFamily="34" charset="0"/>
              </a:defRPr>
            </a:lvl1pPr>
            <a:lvl2pPr defTabSz="1161288">
              <a:lnSpc>
                <a:spcPct val="100000"/>
              </a:lnSpc>
              <a:spcBef>
                <a:spcPts val="0"/>
              </a:spcBef>
              <a:defRPr sz="4400" b="0" i="0">
                <a:solidFill>
                  <a:schemeClr val="tx1"/>
                </a:solidFill>
                <a:latin typeface="IBM Plex Sans Light" panose="020B0403050203000203" pitchFamily="34" charset="0"/>
              </a:defRPr>
            </a:lvl2pPr>
            <a:lvl3pPr defTabSz="1161288">
              <a:lnSpc>
                <a:spcPct val="100000"/>
              </a:lnSpc>
              <a:spcBef>
                <a:spcPts val="0"/>
              </a:spcBef>
              <a:defRPr sz="4400" b="0" i="0">
                <a:solidFill>
                  <a:schemeClr val="tx1"/>
                </a:solidFill>
                <a:latin typeface="IBM Plex Sans Light" panose="020B0403050203000203" pitchFamily="34" charset="0"/>
              </a:defRPr>
            </a:lvl3pPr>
            <a:lvl4pPr defTabSz="1161288">
              <a:lnSpc>
                <a:spcPct val="100000"/>
              </a:lnSpc>
              <a:spcBef>
                <a:spcPts val="0"/>
              </a:spcBef>
              <a:defRPr sz="4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3277838E-5792-202A-65F5-342AF0992EF8}"/>
              </a:ext>
            </a:extLst>
          </p:cNvPr>
          <p:cNvSpPr>
            <a:spLocks noGrp="1"/>
          </p:cNvSpPr>
          <p:nvPr>
            <p:ph type="body" sz="quarter" idx="25"/>
          </p:nvPr>
        </p:nvSpPr>
        <p:spPr>
          <a:xfrm>
            <a:off x="12778996" y="8362096"/>
            <a:ext cx="6670675" cy="3067892"/>
          </a:xfrm>
          <a:prstGeom prst="rect">
            <a:avLst/>
          </a:prstGeom>
        </p:spPr>
        <p:txBody>
          <a:bodyPr/>
          <a:lstStyle>
            <a:lvl1pPr defTabSz="1161288">
              <a:lnSpc>
                <a:spcPct val="100000"/>
              </a:lnSpc>
              <a:spcBef>
                <a:spcPts val="0"/>
              </a:spcBef>
              <a:defRPr sz="4400" b="0" i="0">
                <a:solidFill>
                  <a:schemeClr val="tx1"/>
                </a:solidFill>
                <a:latin typeface="IBM Plex Sans Light" panose="020B0403050203000203" pitchFamily="34" charset="0"/>
              </a:defRPr>
            </a:lvl1pPr>
            <a:lvl2pPr defTabSz="1161288">
              <a:lnSpc>
                <a:spcPct val="100000"/>
              </a:lnSpc>
              <a:spcBef>
                <a:spcPts val="0"/>
              </a:spcBef>
              <a:defRPr sz="4400" b="0" i="0">
                <a:solidFill>
                  <a:schemeClr val="tx1"/>
                </a:solidFill>
                <a:latin typeface="IBM Plex Sans Light" panose="020B0403050203000203" pitchFamily="34" charset="0"/>
              </a:defRPr>
            </a:lvl2pPr>
            <a:lvl3pPr defTabSz="1161288">
              <a:lnSpc>
                <a:spcPct val="100000"/>
              </a:lnSpc>
              <a:spcBef>
                <a:spcPts val="0"/>
              </a:spcBef>
              <a:defRPr sz="4400" b="0" i="0">
                <a:solidFill>
                  <a:schemeClr val="tx1"/>
                </a:solidFill>
                <a:latin typeface="IBM Plex Sans Light" panose="020B0403050203000203" pitchFamily="34" charset="0"/>
              </a:defRPr>
            </a:lvl3pPr>
            <a:lvl4pPr defTabSz="1161288">
              <a:lnSpc>
                <a:spcPct val="100000"/>
              </a:lnSpc>
              <a:spcBef>
                <a:spcPts val="0"/>
              </a:spcBef>
              <a:defRPr sz="44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016454781"/>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oxes, 4 stacked,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6"/>
            <a:ext cx="5715000" cy="2276856"/>
          </a:xfrm>
        </p:spPr>
        <p:txBody>
          <a:bodyPr/>
          <a:lstStyle>
            <a:lvl1pPr>
              <a:lnSpc>
                <a:spcPct val="100000"/>
              </a:lnSpc>
              <a:defRPr sz="4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385200"/>
            <a:ext cx="4956175" cy="1141412"/>
          </a:xfrm>
          <a:prstGeom prst="rect">
            <a:avLst/>
          </a:prstGeom>
        </p:spPr>
        <p:txBody>
          <a:bodyPr/>
          <a:lstStyle>
            <a:lvl1pPr>
              <a:defRPr sz="2800" b="0" i="0">
                <a:solidFill>
                  <a:schemeClr val="tx2"/>
                </a:solidFill>
                <a:latin typeface="IBM Plex Sans Light" panose="020B0403050203000203" pitchFamily="34" charset="0"/>
              </a:defRPr>
            </a:lvl1pPr>
          </a:lstStyle>
          <a:p>
            <a:pPr lvl="0"/>
            <a:r>
              <a:rPr lang="en-US" dirty="0"/>
              <a:t>Click to edit Master text styles</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Text Placeholder 6">
            <a:extLst>
              <a:ext uri="{FF2B5EF4-FFF2-40B4-BE49-F238E27FC236}">
                <a16:creationId xmlns:a16="http://schemas.microsoft.com/office/drawing/2014/main" id="{4FBB383F-F59D-AEC8-4D6C-AC28926B09FF}"/>
              </a:ext>
            </a:extLst>
          </p:cNvPr>
          <p:cNvSpPr>
            <a:spLocks noGrp="1"/>
          </p:cNvSpPr>
          <p:nvPr>
            <p:ph type="body" sz="quarter" idx="10"/>
          </p:nvPr>
        </p:nvSpPr>
        <p:spPr>
          <a:xfrm>
            <a:off x="12728028" y="576073"/>
            <a:ext cx="4963923" cy="514508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6053B001-EDB1-FA28-FFB0-F41FF2D33138}"/>
              </a:ext>
            </a:extLst>
          </p:cNvPr>
          <p:cNvSpPr>
            <a:spLocks noGrp="1"/>
          </p:cNvSpPr>
          <p:nvPr>
            <p:ph type="body" sz="quarter" idx="22"/>
          </p:nvPr>
        </p:nvSpPr>
        <p:spPr>
          <a:xfrm>
            <a:off x="18799748" y="576073"/>
            <a:ext cx="4963923" cy="51450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6">
            <a:extLst>
              <a:ext uri="{FF2B5EF4-FFF2-40B4-BE49-F238E27FC236}">
                <a16:creationId xmlns:a16="http://schemas.microsoft.com/office/drawing/2014/main" id="{CD8F0E9F-03CA-D8CD-75A1-CB650A81E996}"/>
              </a:ext>
            </a:extLst>
          </p:cNvPr>
          <p:cNvSpPr>
            <a:spLocks noGrp="1"/>
          </p:cNvSpPr>
          <p:nvPr>
            <p:ph type="body" sz="quarter" idx="23"/>
          </p:nvPr>
        </p:nvSpPr>
        <p:spPr>
          <a:xfrm>
            <a:off x="12728028" y="6667499"/>
            <a:ext cx="4963923" cy="49530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6">
            <a:extLst>
              <a:ext uri="{FF2B5EF4-FFF2-40B4-BE49-F238E27FC236}">
                <a16:creationId xmlns:a16="http://schemas.microsoft.com/office/drawing/2014/main" id="{F16D24DB-6F94-3A9D-70FD-B96C2E9E8DB4}"/>
              </a:ext>
            </a:extLst>
          </p:cNvPr>
          <p:cNvSpPr>
            <a:spLocks noGrp="1"/>
          </p:cNvSpPr>
          <p:nvPr>
            <p:ph type="body" sz="quarter" idx="24"/>
          </p:nvPr>
        </p:nvSpPr>
        <p:spPr>
          <a:xfrm>
            <a:off x="18799748" y="6667499"/>
            <a:ext cx="4963923" cy="49529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24620513"/>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oxes, 4 stacked,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527048"/>
            <a:ext cx="11044239" cy="2276856"/>
          </a:xfrm>
        </p:spPr>
        <p:txBody>
          <a:bodyPr rIns="457200"/>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385200"/>
            <a:ext cx="4956175" cy="448056"/>
          </a:xfrm>
          <a:prstGeom prst="rect">
            <a:avLst/>
          </a:prstGeom>
        </p:spPr>
        <p:txBody>
          <a:bodyPr/>
          <a:lstStyle>
            <a:lvl1pPr>
              <a:lnSpc>
                <a:spcPct val="100000"/>
              </a:lnSpc>
              <a:defRPr sz="2800" b="0" i="0">
                <a:solidFill>
                  <a:schemeClr val="tx2"/>
                </a:solidFill>
                <a:latin typeface="IBM Plex Sans Light" panose="020B0403050203000203" pitchFamily="34" charset="0"/>
              </a:defRPr>
            </a:lvl1pPr>
          </a:lstStyle>
          <a:p>
            <a:pPr lvl="0"/>
            <a:r>
              <a:rPr lang="en-US" dirty="0"/>
              <a:t>Click to edit Master text styles</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4" name="Text Placeholder 6">
            <a:extLst>
              <a:ext uri="{FF2B5EF4-FFF2-40B4-BE49-F238E27FC236}">
                <a16:creationId xmlns:a16="http://schemas.microsoft.com/office/drawing/2014/main" id="{BEE7923F-2C08-E17F-72B0-F41C361C5372}"/>
              </a:ext>
            </a:extLst>
          </p:cNvPr>
          <p:cNvSpPr>
            <a:spLocks noGrp="1"/>
          </p:cNvSpPr>
          <p:nvPr>
            <p:ph type="body" sz="quarter" idx="10"/>
          </p:nvPr>
        </p:nvSpPr>
        <p:spPr>
          <a:xfrm>
            <a:off x="12728028" y="576073"/>
            <a:ext cx="4963923" cy="514508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6">
            <a:extLst>
              <a:ext uri="{FF2B5EF4-FFF2-40B4-BE49-F238E27FC236}">
                <a16:creationId xmlns:a16="http://schemas.microsoft.com/office/drawing/2014/main" id="{4F52302E-5C35-DCB5-2D11-CC0BE75371AE}"/>
              </a:ext>
            </a:extLst>
          </p:cNvPr>
          <p:cNvSpPr>
            <a:spLocks noGrp="1"/>
          </p:cNvSpPr>
          <p:nvPr>
            <p:ph type="body" sz="quarter" idx="22"/>
          </p:nvPr>
        </p:nvSpPr>
        <p:spPr>
          <a:xfrm>
            <a:off x="18799748" y="576073"/>
            <a:ext cx="4963923" cy="51450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Text Placeholder 6">
            <a:extLst>
              <a:ext uri="{FF2B5EF4-FFF2-40B4-BE49-F238E27FC236}">
                <a16:creationId xmlns:a16="http://schemas.microsoft.com/office/drawing/2014/main" id="{644BCD2A-7E42-10EE-E251-907F955BFCEB}"/>
              </a:ext>
            </a:extLst>
          </p:cNvPr>
          <p:cNvSpPr>
            <a:spLocks noGrp="1"/>
          </p:cNvSpPr>
          <p:nvPr>
            <p:ph type="body" sz="quarter" idx="23"/>
          </p:nvPr>
        </p:nvSpPr>
        <p:spPr>
          <a:xfrm>
            <a:off x="12728028" y="6667499"/>
            <a:ext cx="4963923" cy="49530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6">
            <a:extLst>
              <a:ext uri="{FF2B5EF4-FFF2-40B4-BE49-F238E27FC236}">
                <a16:creationId xmlns:a16="http://schemas.microsoft.com/office/drawing/2014/main" id="{FEF5B836-0687-FE12-9EE1-7B2CB1124537}"/>
              </a:ext>
            </a:extLst>
          </p:cNvPr>
          <p:cNvSpPr>
            <a:spLocks noGrp="1"/>
          </p:cNvSpPr>
          <p:nvPr>
            <p:ph type="body" sz="quarter" idx="24"/>
          </p:nvPr>
        </p:nvSpPr>
        <p:spPr>
          <a:xfrm>
            <a:off x="18799748" y="6667499"/>
            <a:ext cx="4963923" cy="49529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536689519"/>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oxes, 4 horizontal,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5200"/>
            <a:ext cx="4956175" cy="4573587"/>
          </a:xfrm>
        </p:spPr>
        <p:txBody>
          <a:bodyPr/>
          <a:lstStyle>
            <a:lvl1pPr>
              <a:lnSpc>
                <a:spcPct val="100000"/>
              </a:lnSpc>
              <a:defRPr sz="4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7" name="Text Placeholder 6">
            <a:extLst>
              <a:ext uri="{FF2B5EF4-FFF2-40B4-BE49-F238E27FC236}">
                <a16:creationId xmlns:a16="http://schemas.microsoft.com/office/drawing/2014/main" id="{3E32141B-6D8C-ADDD-8D24-D2B360381383}"/>
              </a:ext>
            </a:extLst>
          </p:cNvPr>
          <p:cNvSpPr>
            <a:spLocks noGrp="1"/>
          </p:cNvSpPr>
          <p:nvPr>
            <p:ph type="body" sz="quarter" idx="23"/>
          </p:nvPr>
        </p:nvSpPr>
        <p:spPr>
          <a:xfrm>
            <a:off x="12728028" y="6656832"/>
            <a:ext cx="4963923" cy="533424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7DBD6A3D-FB96-6A97-1F58-F61F03D37691}"/>
              </a:ext>
            </a:extLst>
          </p:cNvPr>
          <p:cNvSpPr>
            <a:spLocks noGrp="1"/>
          </p:cNvSpPr>
          <p:nvPr>
            <p:ph type="body" sz="quarter" idx="24"/>
          </p:nvPr>
        </p:nvSpPr>
        <p:spPr>
          <a:xfrm>
            <a:off x="18799748" y="6656832"/>
            <a:ext cx="4963923" cy="533424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6">
            <a:extLst>
              <a:ext uri="{FF2B5EF4-FFF2-40B4-BE49-F238E27FC236}">
                <a16:creationId xmlns:a16="http://schemas.microsoft.com/office/drawing/2014/main" id="{B54BA88F-5BD8-839D-33E8-DAC02350ACA1}"/>
              </a:ext>
            </a:extLst>
          </p:cNvPr>
          <p:cNvSpPr>
            <a:spLocks noGrp="1"/>
          </p:cNvSpPr>
          <p:nvPr>
            <p:ph type="body" sz="quarter" idx="25"/>
          </p:nvPr>
        </p:nvSpPr>
        <p:spPr>
          <a:xfrm>
            <a:off x="560577" y="6656832"/>
            <a:ext cx="4963923" cy="533425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6">
            <a:extLst>
              <a:ext uri="{FF2B5EF4-FFF2-40B4-BE49-F238E27FC236}">
                <a16:creationId xmlns:a16="http://schemas.microsoft.com/office/drawing/2014/main" id="{5BCA7C7E-4E8C-6B73-007A-21635527B083}"/>
              </a:ext>
            </a:extLst>
          </p:cNvPr>
          <p:cNvSpPr>
            <a:spLocks noGrp="1"/>
          </p:cNvSpPr>
          <p:nvPr>
            <p:ph type="body" sz="quarter" idx="26"/>
          </p:nvPr>
        </p:nvSpPr>
        <p:spPr>
          <a:xfrm>
            <a:off x="6632297" y="6656832"/>
            <a:ext cx="4963923" cy="533424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80865334"/>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oxes, 4 horizontal,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4048"/>
            <a:ext cx="11050589" cy="4573587"/>
          </a:xfrm>
        </p:spPr>
        <p:txBody>
          <a:bodyPr rIns="457200"/>
          <a:lstStyle>
            <a:lvl1pPr>
              <a:lnSpc>
                <a:spcPct val="100000"/>
              </a:lnSpc>
              <a:defRPr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Text Placeholder 6">
            <a:extLst>
              <a:ext uri="{FF2B5EF4-FFF2-40B4-BE49-F238E27FC236}">
                <a16:creationId xmlns:a16="http://schemas.microsoft.com/office/drawing/2014/main" id="{34340CDF-396E-8FEA-9F33-A868AEB7DE6A}"/>
              </a:ext>
            </a:extLst>
          </p:cNvPr>
          <p:cNvSpPr>
            <a:spLocks noGrp="1"/>
          </p:cNvSpPr>
          <p:nvPr>
            <p:ph type="body" sz="quarter" idx="23"/>
          </p:nvPr>
        </p:nvSpPr>
        <p:spPr>
          <a:xfrm>
            <a:off x="12728028" y="6656832"/>
            <a:ext cx="4963923" cy="533424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F04B77E5-DBD6-E6DD-D620-C878361A7BB4}"/>
              </a:ext>
            </a:extLst>
          </p:cNvPr>
          <p:cNvSpPr>
            <a:spLocks noGrp="1"/>
          </p:cNvSpPr>
          <p:nvPr>
            <p:ph type="body" sz="quarter" idx="24"/>
          </p:nvPr>
        </p:nvSpPr>
        <p:spPr>
          <a:xfrm>
            <a:off x="18799748" y="6656832"/>
            <a:ext cx="4963923" cy="533424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AC83D79D-159D-684B-A0A2-E6DD61C3A503}"/>
              </a:ext>
            </a:extLst>
          </p:cNvPr>
          <p:cNvSpPr>
            <a:spLocks noGrp="1"/>
          </p:cNvSpPr>
          <p:nvPr>
            <p:ph type="body" sz="quarter" idx="25"/>
          </p:nvPr>
        </p:nvSpPr>
        <p:spPr>
          <a:xfrm>
            <a:off x="560577" y="6656832"/>
            <a:ext cx="4963923" cy="533425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550B9EEB-A8EA-2744-D650-EC7233DAFF4D}"/>
              </a:ext>
            </a:extLst>
          </p:cNvPr>
          <p:cNvSpPr>
            <a:spLocks noGrp="1"/>
          </p:cNvSpPr>
          <p:nvPr>
            <p:ph type="body" sz="quarter" idx="26"/>
          </p:nvPr>
        </p:nvSpPr>
        <p:spPr>
          <a:xfrm>
            <a:off x="6632297" y="6656832"/>
            <a:ext cx="4963923" cy="533424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609326830"/>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oxes, 6 stack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5200"/>
            <a:ext cx="4949825" cy="4573588"/>
          </a:xfrm>
        </p:spPr>
        <p:txBody>
          <a:bodyPr/>
          <a:lstStyle>
            <a:lvl1pPr>
              <a:lnSpc>
                <a:spcPct val="100000"/>
              </a:lnSpc>
              <a:defRPr sz="6400" b="0" i="0">
                <a:solidFill>
                  <a:schemeClr val="tx2"/>
                </a:solidFill>
                <a:latin typeface="IBM Plex Sans Light" panose="020B0403050203000203" pitchFamily="34" charset="0"/>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19" name="Text Placeholder 6">
            <a:extLst>
              <a:ext uri="{FF2B5EF4-FFF2-40B4-BE49-F238E27FC236}">
                <a16:creationId xmlns:a16="http://schemas.microsoft.com/office/drawing/2014/main" id="{B74FE312-96C3-0801-8AFE-48C53A3855EF}"/>
              </a:ext>
            </a:extLst>
          </p:cNvPr>
          <p:cNvSpPr>
            <a:spLocks noGrp="1"/>
          </p:cNvSpPr>
          <p:nvPr>
            <p:ph type="body" sz="quarter" idx="10"/>
          </p:nvPr>
        </p:nvSpPr>
        <p:spPr>
          <a:xfrm>
            <a:off x="12728028" y="576073"/>
            <a:ext cx="4963923" cy="514508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BFE072FD-410A-B1CF-4BD5-EFE459133BB6}"/>
              </a:ext>
            </a:extLst>
          </p:cNvPr>
          <p:cNvSpPr>
            <a:spLocks noGrp="1"/>
          </p:cNvSpPr>
          <p:nvPr>
            <p:ph type="body" sz="quarter" idx="23"/>
          </p:nvPr>
        </p:nvSpPr>
        <p:spPr>
          <a:xfrm>
            <a:off x="18799748" y="576073"/>
            <a:ext cx="4963923" cy="51450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Text Placeholder 6">
            <a:extLst>
              <a:ext uri="{FF2B5EF4-FFF2-40B4-BE49-F238E27FC236}">
                <a16:creationId xmlns:a16="http://schemas.microsoft.com/office/drawing/2014/main" id="{1C0822F6-B969-1E92-CC74-0CBB1126A9C8}"/>
              </a:ext>
            </a:extLst>
          </p:cNvPr>
          <p:cNvSpPr>
            <a:spLocks noGrp="1"/>
          </p:cNvSpPr>
          <p:nvPr>
            <p:ph type="body" sz="quarter" idx="24"/>
          </p:nvPr>
        </p:nvSpPr>
        <p:spPr>
          <a:xfrm>
            <a:off x="12728028" y="6667499"/>
            <a:ext cx="4963923" cy="49530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2" name="Text Placeholder 6">
            <a:extLst>
              <a:ext uri="{FF2B5EF4-FFF2-40B4-BE49-F238E27FC236}">
                <a16:creationId xmlns:a16="http://schemas.microsoft.com/office/drawing/2014/main" id="{F9AB4B51-7CBC-4B83-F837-82517C33FEBA}"/>
              </a:ext>
            </a:extLst>
          </p:cNvPr>
          <p:cNvSpPr>
            <a:spLocks noGrp="1"/>
          </p:cNvSpPr>
          <p:nvPr>
            <p:ph type="body" sz="quarter" idx="25"/>
          </p:nvPr>
        </p:nvSpPr>
        <p:spPr>
          <a:xfrm>
            <a:off x="18799748" y="6667499"/>
            <a:ext cx="4963923" cy="49529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3" name="Text Placeholder 6">
            <a:extLst>
              <a:ext uri="{FF2B5EF4-FFF2-40B4-BE49-F238E27FC236}">
                <a16:creationId xmlns:a16="http://schemas.microsoft.com/office/drawing/2014/main" id="{4AB00072-45AF-510F-C146-BAC3B20406FD}"/>
              </a:ext>
            </a:extLst>
          </p:cNvPr>
          <p:cNvSpPr>
            <a:spLocks noGrp="1"/>
          </p:cNvSpPr>
          <p:nvPr>
            <p:ph type="body" sz="quarter" idx="26"/>
          </p:nvPr>
        </p:nvSpPr>
        <p:spPr>
          <a:xfrm>
            <a:off x="6665976" y="576072"/>
            <a:ext cx="4963923" cy="5145084"/>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4" name="Text Placeholder 6">
            <a:extLst>
              <a:ext uri="{FF2B5EF4-FFF2-40B4-BE49-F238E27FC236}">
                <a16:creationId xmlns:a16="http://schemas.microsoft.com/office/drawing/2014/main" id="{C4503F3E-D426-7E9E-BDBD-CDA2B731934A}"/>
              </a:ext>
            </a:extLst>
          </p:cNvPr>
          <p:cNvSpPr>
            <a:spLocks noGrp="1"/>
          </p:cNvSpPr>
          <p:nvPr>
            <p:ph type="body" sz="quarter" idx="27"/>
          </p:nvPr>
        </p:nvSpPr>
        <p:spPr>
          <a:xfrm>
            <a:off x="6665976" y="6667498"/>
            <a:ext cx="4963923" cy="4952998"/>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759746731"/>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oxes, 6 stacked,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2" y="385200"/>
            <a:ext cx="4949825" cy="2859087"/>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a:prstGeom prst="rect">
            <a:avLst/>
          </a:prstGeom>
        </p:spPr>
        <p:txBody>
          <a:bodyPr/>
          <a:lstStyle>
            <a:lvl1pPr>
              <a:defRPr sz="1400" b="0" i="0">
                <a:solidFill>
                  <a:schemeClr val="tx1"/>
                </a:solidFill>
                <a:latin typeface="IBM Plex Sans Light" panose="020B0403050203000203" pitchFamily="34" charset="0"/>
              </a:defRPr>
            </a:lvl1pPr>
          </a:lstStyle>
          <a:p>
            <a:r>
              <a:rPr lang="en-US" dirty="0"/>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1" y="576072"/>
            <a:ext cx="402336" cy="403225"/>
          </a:xfrm>
          <a:prstGeom prst="rect">
            <a:avLst/>
          </a:prstGeom>
        </p:spPr>
        <p:txBody>
          <a:bodyPr/>
          <a:lstStyle>
            <a:lvl1pPr>
              <a:defRPr sz="1400" b="0" i="0">
                <a:solidFill>
                  <a:schemeClr val="tx1"/>
                </a:solidFill>
                <a:latin typeface="IBM Plex Sans Light" panose="020B0403050203000203" pitchFamily="34" charset="0"/>
              </a:defRPr>
            </a:lvl1pPr>
          </a:lstStyle>
          <a:p>
            <a:r>
              <a:rPr lang="en-US" dirty="0"/>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a:prstGeom prst="rect">
            <a:avLst/>
          </a:prstGeom>
        </p:spPr>
        <p:txBody>
          <a:bodyPr/>
          <a:lstStyle>
            <a:lvl1pPr>
              <a:defRPr sz="1400" b="0" i="0">
                <a:solidFill>
                  <a:schemeClr val="tx1"/>
                </a:solidFill>
                <a:latin typeface="IBM Plex Sans Light" panose="020B0403050203000203" pitchFamily="34" charset="0"/>
              </a:defRPr>
            </a:lvl1pPr>
          </a:lstStyle>
          <a:p>
            <a:r>
              <a:rPr lang="en-US" dirty="0"/>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a:prstGeom prst="rect">
            <a:avLst/>
          </a:prstGeom>
        </p:spPr>
        <p:txBody>
          <a:bodyPr/>
          <a:lstStyle>
            <a:lvl1pPr>
              <a:defRPr sz="1400" b="0" i="0">
                <a:solidFill>
                  <a:schemeClr val="tx1"/>
                </a:solidFill>
                <a:latin typeface="IBM Plex Sans Light" panose="020B0403050203000203" pitchFamily="34" charset="0"/>
              </a:defRPr>
            </a:lvl1pPr>
          </a:lstStyle>
          <a:p>
            <a:r>
              <a:rPr lang="en-US" dirty="0"/>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1" y="6694631"/>
            <a:ext cx="402336" cy="403225"/>
          </a:xfrm>
          <a:prstGeom prst="rect">
            <a:avLst/>
          </a:prstGeom>
        </p:spPr>
        <p:txBody>
          <a:bodyPr/>
          <a:lstStyle>
            <a:lvl1pPr>
              <a:defRPr sz="1400" b="0" i="0">
                <a:solidFill>
                  <a:schemeClr val="tx1"/>
                </a:solidFill>
                <a:latin typeface="IBM Plex Sans Light" panose="020B0403050203000203" pitchFamily="34" charset="0"/>
              </a:defRPr>
            </a:lvl1pPr>
          </a:lstStyle>
          <a:p>
            <a:r>
              <a:rPr lang="en-US" dirty="0"/>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a:prstGeom prst="rect">
            <a:avLst/>
          </a:prstGeom>
        </p:spPr>
        <p:txBody>
          <a:bodyPr/>
          <a:lstStyle>
            <a:lvl1pPr>
              <a:defRPr sz="1400" b="0" i="0">
                <a:solidFill>
                  <a:schemeClr val="tx1"/>
                </a:solidFill>
                <a:latin typeface="IBM Plex Sans Light" panose="020B0403050203000203" pitchFamily="34" charset="0"/>
              </a:defRPr>
            </a:lvl1pPr>
          </a:lstStyle>
          <a:p>
            <a:r>
              <a:rPr lang="en-US" dirty="0"/>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Text Placeholder 6">
            <a:extLst>
              <a:ext uri="{FF2B5EF4-FFF2-40B4-BE49-F238E27FC236}">
                <a16:creationId xmlns:a16="http://schemas.microsoft.com/office/drawing/2014/main" id="{0784E564-F094-C65E-4C30-6AD26FD6AE47}"/>
              </a:ext>
            </a:extLst>
          </p:cNvPr>
          <p:cNvSpPr>
            <a:spLocks noGrp="1"/>
          </p:cNvSpPr>
          <p:nvPr>
            <p:ph type="body" sz="quarter" idx="10"/>
          </p:nvPr>
        </p:nvSpPr>
        <p:spPr>
          <a:xfrm>
            <a:off x="12728028" y="1427410"/>
            <a:ext cx="4963923" cy="3716082"/>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5B384162-F420-216E-B250-BA49ED23AA36}"/>
              </a:ext>
            </a:extLst>
          </p:cNvPr>
          <p:cNvSpPr>
            <a:spLocks noGrp="1"/>
          </p:cNvSpPr>
          <p:nvPr>
            <p:ph type="body" sz="quarter" idx="24"/>
          </p:nvPr>
        </p:nvSpPr>
        <p:spPr>
          <a:xfrm>
            <a:off x="18799748" y="1427410"/>
            <a:ext cx="4963923" cy="371607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6">
            <a:extLst>
              <a:ext uri="{FF2B5EF4-FFF2-40B4-BE49-F238E27FC236}">
                <a16:creationId xmlns:a16="http://schemas.microsoft.com/office/drawing/2014/main" id="{2D5D50EC-56AE-CB68-AF0D-967D997C2277}"/>
              </a:ext>
            </a:extLst>
          </p:cNvPr>
          <p:cNvSpPr>
            <a:spLocks noGrp="1"/>
          </p:cNvSpPr>
          <p:nvPr>
            <p:ph type="body" sz="quarter" idx="25"/>
          </p:nvPr>
        </p:nvSpPr>
        <p:spPr>
          <a:xfrm>
            <a:off x="12728028" y="7518835"/>
            <a:ext cx="4963923" cy="372065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6">
            <a:extLst>
              <a:ext uri="{FF2B5EF4-FFF2-40B4-BE49-F238E27FC236}">
                <a16:creationId xmlns:a16="http://schemas.microsoft.com/office/drawing/2014/main" id="{95DF0382-EAC2-42E6-8F3C-D78D99701167}"/>
              </a:ext>
            </a:extLst>
          </p:cNvPr>
          <p:cNvSpPr>
            <a:spLocks noGrp="1"/>
          </p:cNvSpPr>
          <p:nvPr>
            <p:ph type="body" sz="quarter" idx="26"/>
          </p:nvPr>
        </p:nvSpPr>
        <p:spPr>
          <a:xfrm>
            <a:off x="18799748" y="7518835"/>
            <a:ext cx="4963923" cy="3720651"/>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6">
            <a:extLst>
              <a:ext uri="{FF2B5EF4-FFF2-40B4-BE49-F238E27FC236}">
                <a16:creationId xmlns:a16="http://schemas.microsoft.com/office/drawing/2014/main" id="{DD63E7DA-FA91-79CE-F137-C4CFF4237814}"/>
              </a:ext>
            </a:extLst>
          </p:cNvPr>
          <p:cNvSpPr>
            <a:spLocks noGrp="1"/>
          </p:cNvSpPr>
          <p:nvPr>
            <p:ph type="body" sz="quarter" idx="27"/>
          </p:nvPr>
        </p:nvSpPr>
        <p:spPr>
          <a:xfrm>
            <a:off x="6665976" y="1427408"/>
            <a:ext cx="4963923" cy="3716081"/>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2" name="Text Placeholder 6">
            <a:extLst>
              <a:ext uri="{FF2B5EF4-FFF2-40B4-BE49-F238E27FC236}">
                <a16:creationId xmlns:a16="http://schemas.microsoft.com/office/drawing/2014/main" id="{03E415E0-33AF-4F69-4718-A13AF38331B2}"/>
              </a:ext>
            </a:extLst>
          </p:cNvPr>
          <p:cNvSpPr>
            <a:spLocks noGrp="1"/>
          </p:cNvSpPr>
          <p:nvPr>
            <p:ph type="body" sz="quarter" idx="28"/>
          </p:nvPr>
        </p:nvSpPr>
        <p:spPr>
          <a:xfrm>
            <a:off x="6665976" y="7518834"/>
            <a:ext cx="4963923" cy="3720653"/>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959526700"/>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4048"/>
            <a:ext cx="11039475" cy="3413126"/>
          </a:xfrm>
        </p:spPr>
        <p:txBody>
          <a:bodyPr rIns="457200"/>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5" name="Text Placeholder 6">
            <a:extLst>
              <a:ext uri="{FF2B5EF4-FFF2-40B4-BE49-F238E27FC236}">
                <a16:creationId xmlns:a16="http://schemas.microsoft.com/office/drawing/2014/main" id="{22EB5F78-B3F7-EBA1-BE53-B96CA397D9E3}"/>
              </a:ext>
            </a:extLst>
          </p:cNvPr>
          <p:cNvSpPr>
            <a:spLocks noGrp="1"/>
          </p:cNvSpPr>
          <p:nvPr>
            <p:ph type="body" sz="quarter" idx="10"/>
          </p:nvPr>
        </p:nvSpPr>
        <p:spPr>
          <a:xfrm>
            <a:off x="12728028" y="576073"/>
            <a:ext cx="4963923" cy="514508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6" name="Text Placeholder 6">
            <a:extLst>
              <a:ext uri="{FF2B5EF4-FFF2-40B4-BE49-F238E27FC236}">
                <a16:creationId xmlns:a16="http://schemas.microsoft.com/office/drawing/2014/main" id="{BFFEAD4C-1129-22EA-9ED5-9BE409A0C748}"/>
              </a:ext>
            </a:extLst>
          </p:cNvPr>
          <p:cNvSpPr>
            <a:spLocks noGrp="1"/>
          </p:cNvSpPr>
          <p:nvPr>
            <p:ph type="body" sz="quarter" idx="23"/>
          </p:nvPr>
        </p:nvSpPr>
        <p:spPr>
          <a:xfrm>
            <a:off x="18799748" y="576073"/>
            <a:ext cx="4963923" cy="51450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7" name="Text Placeholder 6">
            <a:extLst>
              <a:ext uri="{FF2B5EF4-FFF2-40B4-BE49-F238E27FC236}">
                <a16:creationId xmlns:a16="http://schemas.microsoft.com/office/drawing/2014/main" id="{91719EAC-72ED-B4B5-CA48-EB23C5EB8B0A}"/>
              </a:ext>
            </a:extLst>
          </p:cNvPr>
          <p:cNvSpPr>
            <a:spLocks noGrp="1"/>
          </p:cNvSpPr>
          <p:nvPr>
            <p:ph type="body" sz="quarter" idx="24"/>
          </p:nvPr>
        </p:nvSpPr>
        <p:spPr>
          <a:xfrm>
            <a:off x="12728028" y="6667499"/>
            <a:ext cx="4963923" cy="49530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8" name="Text Placeholder 6">
            <a:extLst>
              <a:ext uri="{FF2B5EF4-FFF2-40B4-BE49-F238E27FC236}">
                <a16:creationId xmlns:a16="http://schemas.microsoft.com/office/drawing/2014/main" id="{28C9C88E-05A2-25E3-4571-C794E968D7FC}"/>
              </a:ext>
            </a:extLst>
          </p:cNvPr>
          <p:cNvSpPr>
            <a:spLocks noGrp="1"/>
          </p:cNvSpPr>
          <p:nvPr>
            <p:ph type="body" sz="quarter" idx="25"/>
          </p:nvPr>
        </p:nvSpPr>
        <p:spPr>
          <a:xfrm>
            <a:off x="18799748" y="6667499"/>
            <a:ext cx="4963923" cy="495299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9" name="Text Placeholder 6">
            <a:extLst>
              <a:ext uri="{FF2B5EF4-FFF2-40B4-BE49-F238E27FC236}">
                <a16:creationId xmlns:a16="http://schemas.microsoft.com/office/drawing/2014/main" id="{D76302BE-E896-F153-8F88-B63A433B5C29}"/>
              </a:ext>
            </a:extLst>
          </p:cNvPr>
          <p:cNvSpPr>
            <a:spLocks noGrp="1"/>
          </p:cNvSpPr>
          <p:nvPr>
            <p:ph type="body" sz="quarter" idx="26"/>
          </p:nvPr>
        </p:nvSpPr>
        <p:spPr>
          <a:xfrm>
            <a:off x="574675" y="6665976"/>
            <a:ext cx="4963923" cy="4954514"/>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0" name="Text Placeholder 6">
            <a:extLst>
              <a:ext uri="{FF2B5EF4-FFF2-40B4-BE49-F238E27FC236}">
                <a16:creationId xmlns:a16="http://schemas.microsoft.com/office/drawing/2014/main" id="{FF14BC99-A0C2-45B6-C1F6-84D3EACEDF48}"/>
              </a:ext>
            </a:extLst>
          </p:cNvPr>
          <p:cNvSpPr>
            <a:spLocks noGrp="1"/>
          </p:cNvSpPr>
          <p:nvPr>
            <p:ph type="body" sz="quarter" idx="27"/>
          </p:nvPr>
        </p:nvSpPr>
        <p:spPr>
          <a:xfrm>
            <a:off x="6665976" y="6667498"/>
            <a:ext cx="4963923" cy="4952998"/>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defTabSz="1161288">
              <a:lnSpc>
                <a:spcPct val="100000"/>
              </a:lnSpc>
              <a:spcBef>
                <a:spcPts val="0"/>
              </a:spcBef>
              <a:defRPr sz="3600" b="0" i="0">
                <a:solidFill>
                  <a:schemeClr val="tx1"/>
                </a:solidFill>
                <a:latin typeface="IBM Plex Sans Light" panose="020B0403050203000203" pitchFamily="34" charset="0"/>
              </a:defRPr>
            </a:lvl2pPr>
            <a:lvl3pPr defTabSz="1161288">
              <a:lnSpc>
                <a:spcPct val="100000"/>
              </a:lnSpc>
              <a:spcBef>
                <a:spcPts val="0"/>
              </a:spcBef>
              <a:defRPr sz="3600" b="0" i="0">
                <a:solidFill>
                  <a:schemeClr val="tx1"/>
                </a:solidFill>
                <a:latin typeface="IBM Plex Sans Light" panose="020B0403050203000203" pitchFamily="34" charset="0"/>
              </a:defRPr>
            </a:lvl3pPr>
            <a:lvl4pPr defTabSz="1161288">
              <a:lnSpc>
                <a:spcPct val="100000"/>
              </a:lnSpc>
              <a:spcBef>
                <a:spcPts val="0"/>
              </a:spcBef>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779994495"/>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5200"/>
            <a:ext cx="4949825" cy="3413126"/>
          </a:xfrm>
        </p:spPr>
        <p:txBody>
          <a:bodyPr rIns="0"/>
          <a:lstStyle>
            <a:lvl1pPr>
              <a:lnSpc>
                <a:spcPct val="100000"/>
              </a:lnSpc>
              <a:defRPr sz="4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Text Placeholder 6">
            <a:extLst>
              <a:ext uri="{FF2B5EF4-FFF2-40B4-BE49-F238E27FC236}">
                <a16:creationId xmlns:a16="http://schemas.microsoft.com/office/drawing/2014/main" id="{FBA90B24-A7AA-EE26-4DF0-B0850F874CC1}"/>
              </a:ext>
            </a:extLst>
          </p:cNvPr>
          <p:cNvSpPr>
            <a:spLocks noGrp="1"/>
          </p:cNvSpPr>
          <p:nvPr>
            <p:ph type="body" sz="quarter" idx="20"/>
          </p:nvPr>
        </p:nvSpPr>
        <p:spPr>
          <a:xfrm>
            <a:off x="552009" y="6665975"/>
            <a:ext cx="5026139" cy="495451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B293E5F0-8E0D-8611-485C-03E54EE01CAD}"/>
              </a:ext>
            </a:extLst>
          </p:cNvPr>
          <p:cNvSpPr>
            <a:spLocks noGrp="1"/>
          </p:cNvSpPr>
          <p:nvPr>
            <p:ph type="body" sz="quarter" idx="28"/>
          </p:nvPr>
        </p:nvSpPr>
        <p:spPr>
          <a:xfrm>
            <a:off x="6659393" y="6665975"/>
            <a:ext cx="5026139" cy="495450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7E5B5649-C746-EAC6-E506-88A5EE6297F2}"/>
              </a:ext>
            </a:extLst>
          </p:cNvPr>
          <p:cNvSpPr>
            <a:spLocks noGrp="1"/>
          </p:cNvSpPr>
          <p:nvPr>
            <p:ph type="body" sz="quarter" idx="29"/>
          </p:nvPr>
        </p:nvSpPr>
        <p:spPr>
          <a:xfrm>
            <a:off x="12725407" y="6701421"/>
            <a:ext cx="5026139" cy="491905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6">
            <a:extLst>
              <a:ext uri="{FF2B5EF4-FFF2-40B4-BE49-F238E27FC236}">
                <a16:creationId xmlns:a16="http://schemas.microsoft.com/office/drawing/2014/main" id="{D1C336AE-32DC-6A3D-A0A5-FD3BEEE59FD9}"/>
              </a:ext>
            </a:extLst>
          </p:cNvPr>
          <p:cNvSpPr>
            <a:spLocks noGrp="1"/>
          </p:cNvSpPr>
          <p:nvPr>
            <p:ph type="body" sz="quarter" idx="30"/>
          </p:nvPr>
        </p:nvSpPr>
        <p:spPr>
          <a:xfrm>
            <a:off x="18791798" y="6665975"/>
            <a:ext cx="4978776" cy="4954497"/>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6">
            <a:extLst>
              <a:ext uri="{FF2B5EF4-FFF2-40B4-BE49-F238E27FC236}">
                <a16:creationId xmlns:a16="http://schemas.microsoft.com/office/drawing/2014/main" id="{58F4A404-A74C-F889-564A-6677AB4E33D2}"/>
              </a:ext>
            </a:extLst>
          </p:cNvPr>
          <p:cNvSpPr>
            <a:spLocks noGrp="1"/>
          </p:cNvSpPr>
          <p:nvPr>
            <p:ph type="body" sz="quarter" idx="31"/>
          </p:nvPr>
        </p:nvSpPr>
        <p:spPr>
          <a:xfrm>
            <a:off x="18812222" y="576073"/>
            <a:ext cx="4978776" cy="514508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6">
            <a:extLst>
              <a:ext uri="{FF2B5EF4-FFF2-40B4-BE49-F238E27FC236}">
                <a16:creationId xmlns:a16="http://schemas.microsoft.com/office/drawing/2014/main" id="{4D20BC60-A254-2972-5466-846B4E395A1C}"/>
              </a:ext>
            </a:extLst>
          </p:cNvPr>
          <p:cNvSpPr>
            <a:spLocks noGrp="1"/>
          </p:cNvSpPr>
          <p:nvPr>
            <p:ph type="body" sz="quarter" idx="32"/>
          </p:nvPr>
        </p:nvSpPr>
        <p:spPr>
          <a:xfrm>
            <a:off x="12692373" y="576073"/>
            <a:ext cx="4978776" cy="5145079"/>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560564254"/>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Video or imagery, half,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6" name="Text Placeholder 6">
            <a:extLst>
              <a:ext uri="{FF2B5EF4-FFF2-40B4-BE49-F238E27FC236}">
                <a16:creationId xmlns:a16="http://schemas.microsoft.com/office/drawing/2014/main" id="{F97050FE-79BA-7876-7C87-1EBC54ABDE3B}"/>
              </a:ext>
            </a:extLst>
          </p:cNvPr>
          <p:cNvSpPr>
            <a:spLocks noGrp="1"/>
          </p:cNvSpPr>
          <p:nvPr>
            <p:ph type="body" sz="quarter" idx="21"/>
          </p:nvPr>
        </p:nvSpPr>
        <p:spPr>
          <a:xfrm>
            <a:off x="552010" y="3429000"/>
            <a:ext cx="4972490"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0F1D7D74-3344-9F6B-7157-4A7E1AB48342}"/>
              </a:ext>
            </a:extLst>
          </p:cNvPr>
          <p:cNvSpPr>
            <a:spLocks noGrp="1"/>
          </p:cNvSpPr>
          <p:nvPr>
            <p:ph type="body" sz="quarter" idx="22"/>
          </p:nvPr>
        </p:nvSpPr>
        <p:spPr>
          <a:xfrm>
            <a:off x="6669087" y="3429000"/>
            <a:ext cx="4972490"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341508187"/>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ideo or imagery, 3/4, ble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4798" y="12904628"/>
            <a:ext cx="267702" cy="246221"/>
          </a:xfrm>
          <a:prstGeom prst="rect">
            <a:avLst/>
          </a:prstGeom>
        </p:spPr>
        <p:txBody>
          <a:bodyPr/>
          <a:lstStyle>
            <a:lvl1pPr>
              <a:defRPr b="0" i="0">
                <a:latin typeface="IBM Plex Sans Light" panose="020B0403050203000203" pitchFamily="34" charset="0"/>
              </a:defRPr>
            </a:lvl1pPr>
          </a:lstStyle>
          <a:p>
            <a:fld id="{86CB4B4D-7CA3-9044-876B-883B54F8677D}" type="slidenum">
              <a:rPr lang="en-US" smtClean="0"/>
              <a:pPr/>
              <a:t>‹#›</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7" name="Text Placeholder 6">
            <a:extLst>
              <a:ext uri="{FF2B5EF4-FFF2-40B4-BE49-F238E27FC236}">
                <a16:creationId xmlns:a16="http://schemas.microsoft.com/office/drawing/2014/main" id="{C7581521-9341-A586-10B8-D3CD3EBBADFC}"/>
              </a:ext>
            </a:extLst>
          </p:cNvPr>
          <p:cNvSpPr>
            <a:spLocks noGrp="1"/>
          </p:cNvSpPr>
          <p:nvPr>
            <p:ph type="body" sz="quarter" idx="20"/>
          </p:nvPr>
        </p:nvSpPr>
        <p:spPr>
          <a:xfrm>
            <a:off x="552010" y="3429000"/>
            <a:ext cx="4972490"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331677469"/>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Video or imagery, 3/4,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44798" y="12904628"/>
            <a:ext cx="267702" cy="246221"/>
          </a:xfrm>
          <a:prstGeom prst="rect">
            <a:avLst/>
          </a:prstGeom>
        </p:spPr>
        <p:txBody>
          <a:bodyPr/>
          <a:lstStyle>
            <a:lvl1pPr>
              <a:defRPr b="0" i="0">
                <a:latin typeface="IBM Plex Sans Light" panose="020B0403050203000203" pitchFamily="34" charset="0"/>
              </a:defRPr>
            </a:lvl1pPr>
          </a:lstStyle>
          <a:p>
            <a:fld id="{86CB4B4D-7CA3-9044-876B-883B54F8677D}" type="slidenum">
              <a:rPr lang="en-US" smtClean="0"/>
              <a:pPr/>
              <a:t>‹#›</a:t>
            </a:fld>
            <a:endParaRPr lang="en-US" dirty="0"/>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5" name="Text Placeholder 6">
            <a:extLst>
              <a:ext uri="{FF2B5EF4-FFF2-40B4-BE49-F238E27FC236}">
                <a16:creationId xmlns:a16="http://schemas.microsoft.com/office/drawing/2014/main" id="{4D171C2C-D5EE-B66A-FC5F-45245937D132}"/>
              </a:ext>
            </a:extLst>
          </p:cNvPr>
          <p:cNvSpPr>
            <a:spLocks noGrp="1"/>
          </p:cNvSpPr>
          <p:nvPr>
            <p:ph type="body" sz="quarter" idx="19"/>
          </p:nvPr>
        </p:nvSpPr>
        <p:spPr>
          <a:xfrm>
            <a:off x="563069" y="3429000"/>
            <a:ext cx="4963923" cy="8572500"/>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740464722"/>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or imagery, blee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984159202"/>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Video or imagery, inse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prstGeom prst="rect">
            <a:avLst/>
          </a:prstGeo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02442917"/>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acts, profiles, contributors">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17123"/>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18874"/>
            <a:ext cx="2473325" cy="24765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9" name="Picture Placeholder 7">
            <a:extLst>
              <a:ext uri="{FF2B5EF4-FFF2-40B4-BE49-F238E27FC236}">
                <a16:creationId xmlns:a16="http://schemas.microsoft.com/office/drawing/2014/main" id="{2BD9F85F-FC85-6E91-ADD3-38F0F5BEE2E9}"/>
              </a:ext>
            </a:extLst>
          </p:cNvPr>
          <p:cNvSpPr>
            <a:spLocks noGrp="1"/>
          </p:cNvSpPr>
          <p:nvPr>
            <p:ph type="pic" sz="quarter" idx="31" hasCustomPrompt="1"/>
          </p:nvPr>
        </p:nvSpPr>
        <p:spPr>
          <a:xfrm>
            <a:off x="12764898" y="6117123"/>
            <a:ext cx="2328218"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3" name="Picture Placeholder 7">
            <a:extLst>
              <a:ext uri="{FF2B5EF4-FFF2-40B4-BE49-F238E27FC236}">
                <a16:creationId xmlns:a16="http://schemas.microsoft.com/office/drawing/2014/main" id="{8FF7CC5C-A250-D817-B1E6-EBD584F08B1B}"/>
              </a:ext>
            </a:extLst>
          </p:cNvPr>
          <p:cNvSpPr>
            <a:spLocks noGrp="1"/>
          </p:cNvSpPr>
          <p:nvPr>
            <p:ph type="pic" sz="quarter" idx="32" hasCustomPrompt="1"/>
          </p:nvPr>
        </p:nvSpPr>
        <p:spPr>
          <a:xfrm>
            <a:off x="12764898" y="9525000"/>
            <a:ext cx="2328218"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4" name="Picture Placeholder 7">
            <a:extLst>
              <a:ext uri="{FF2B5EF4-FFF2-40B4-BE49-F238E27FC236}">
                <a16:creationId xmlns:a16="http://schemas.microsoft.com/office/drawing/2014/main" id="{9416EBE0-0E9C-366F-583C-0BE751DA2B30}"/>
              </a:ext>
            </a:extLst>
          </p:cNvPr>
          <p:cNvSpPr>
            <a:spLocks noGrp="1"/>
          </p:cNvSpPr>
          <p:nvPr>
            <p:ph type="pic" sz="quarter" idx="33" hasCustomPrompt="1"/>
          </p:nvPr>
        </p:nvSpPr>
        <p:spPr>
          <a:xfrm>
            <a:off x="12764898" y="2646074"/>
            <a:ext cx="2328218" cy="24765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385200"/>
            <a:ext cx="4949825" cy="152558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18" name="Text Placeholder 6">
            <a:extLst>
              <a:ext uri="{FF2B5EF4-FFF2-40B4-BE49-F238E27FC236}">
                <a16:creationId xmlns:a16="http://schemas.microsoft.com/office/drawing/2014/main" id="{64C60C05-9B2E-E5AA-E325-3B56BC1B4589}"/>
              </a:ext>
            </a:extLst>
          </p:cNvPr>
          <p:cNvSpPr>
            <a:spLocks noGrp="1"/>
          </p:cNvSpPr>
          <p:nvPr>
            <p:ph type="body" sz="quarter" idx="37"/>
          </p:nvPr>
        </p:nvSpPr>
        <p:spPr>
          <a:xfrm>
            <a:off x="3349623" y="2618874"/>
            <a:ext cx="5756496" cy="252462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6">
            <a:extLst>
              <a:ext uri="{FF2B5EF4-FFF2-40B4-BE49-F238E27FC236}">
                <a16:creationId xmlns:a16="http://schemas.microsoft.com/office/drawing/2014/main" id="{E5379598-B132-493E-3A4A-13641BF453F4}"/>
              </a:ext>
            </a:extLst>
          </p:cNvPr>
          <p:cNvSpPr>
            <a:spLocks noGrp="1"/>
          </p:cNvSpPr>
          <p:nvPr>
            <p:ph type="body" sz="quarter" idx="38"/>
          </p:nvPr>
        </p:nvSpPr>
        <p:spPr>
          <a:xfrm>
            <a:off x="3349623" y="6117123"/>
            <a:ext cx="5756496" cy="246030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4" name="Text Placeholder 6">
            <a:extLst>
              <a:ext uri="{FF2B5EF4-FFF2-40B4-BE49-F238E27FC236}">
                <a16:creationId xmlns:a16="http://schemas.microsoft.com/office/drawing/2014/main" id="{D387A7EC-6D77-1F31-248D-AF22142944DA}"/>
              </a:ext>
            </a:extLst>
          </p:cNvPr>
          <p:cNvSpPr>
            <a:spLocks noGrp="1"/>
          </p:cNvSpPr>
          <p:nvPr>
            <p:ph type="body" sz="quarter" idx="39"/>
          </p:nvPr>
        </p:nvSpPr>
        <p:spPr>
          <a:xfrm>
            <a:off x="3349623" y="9525000"/>
            <a:ext cx="5843620" cy="246030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2" name="Picture Placeholder 7">
            <a:extLst>
              <a:ext uri="{FF2B5EF4-FFF2-40B4-BE49-F238E27FC236}">
                <a16:creationId xmlns:a16="http://schemas.microsoft.com/office/drawing/2014/main" id="{79C6738A-ED82-E7BB-C9BF-8057E77ED4B9}"/>
              </a:ext>
            </a:extLst>
          </p:cNvPr>
          <p:cNvSpPr>
            <a:spLocks noGrp="1"/>
          </p:cNvSpPr>
          <p:nvPr>
            <p:ph type="pic" sz="quarter" idx="40" hasCustomPrompt="1"/>
          </p:nvPr>
        </p:nvSpPr>
        <p:spPr>
          <a:xfrm>
            <a:off x="12756886" y="6144323"/>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33" name="Picture Placeholder 7">
            <a:extLst>
              <a:ext uri="{FF2B5EF4-FFF2-40B4-BE49-F238E27FC236}">
                <a16:creationId xmlns:a16="http://schemas.microsoft.com/office/drawing/2014/main" id="{24967257-4251-A48B-9DE6-F07EC4EC0362}"/>
              </a:ext>
            </a:extLst>
          </p:cNvPr>
          <p:cNvSpPr>
            <a:spLocks noGrp="1"/>
          </p:cNvSpPr>
          <p:nvPr>
            <p:ph type="pic" sz="quarter" idx="41" hasCustomPrompt="1"/>
          </p:nvPr>
        </p:nvSpPr>
        <p:spPr>
          <a:xfrm>
            <a:off x="12756886" y="9552200"/>
            <a:ext cx="247332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34" name="Picture Placeholder 7">
            <a:extLst>
              <a:ext uri="{FF2B5EF4-FFF2-40B4-BE49-F238E27FC236}">
                <a16:creationId xmlns:a16="http://schemas.microsoft.com/office/drawing/2014/main" id="{4A6B1635-0D2E-93F5-D353-C9B1B58E7780}"/>
              </a:ext>
            </a:extLst>
          </p:cNvPr>
          <p:cNvSpPr>
            <a:spLocks noGrp="1"/>
          </p:cNvSpPr>
          <p:nvPr>
            <p:ph type="pic" sz="quarter" idx="42" hasCustomPrompt="1"/>
          </p:nvPr>
        </p:nvSpPr>
        <p:spPr>
          <a:xfrm>
            <a:off x="12756886" y="2646074"/>
            <a:ext cx="2473325" cy="24765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44" name="Picture Placeholder 7">
            <a:extLst>
              <a:ext uri="{FF2B5EF4-FFF2-40B4-BE49-F238E27FC236}">
                <a16:creationId xmlns:a16="http://schemas.microsoft.com/office/drawing/2014/main" id="{0541A3D3-1296-6D28-80F6-210E0C86167C}"/>
              </a:ext>
            </a:extLst>
          </p:cNvPr>
          <p:cNvSpPr>
            <a:spLocks noGrp="1"/>
          </p:cNvSpPr>
          <p:nvPr>
            <p:ph type="pic" sz="quarter" idx="46" hasCustomPrompt="1"/>
          </p:nvPr>
        </p:nvSpPr>
        <p:spPr>
          <a:xfrm>
            <a:off x="12756886" y="6165249"/>
            <a:ext cx="229107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45" name="Picture Placeholder 7">
            <a:extLst>
              <a:ext uri="{FF2B5EF4-FFF2-40B4-BE49-F238E27FC236}">
                <a16:creationId xmlns:a16="http://schemas.microsoft.com/office/drawing/2014/main" id="{EE31C9DF-6A33-F9E3-7394-0B59091621E3}"/>
              </a:ext>
            </a:extLst>
          </p:cNvPr>
          <p:cNvSpPr>
            <a:spLocks noGrp="1"/>
          </p:cNvSpPr>
          <p:nvPr>
            <p:ph type="pic" sz="quarter" idx="47" hasCustomPrompt="1"/>
          </p:nvPr>
        </p:nvSpPr>
        <p:spPr>
          <a:xfrm>
            <a:off x="12756886" y="9573126"/>
            <a:ext cx="2291075" cy="2476500"/>
          </a:xfrm>
          <a:prstGeom prst="rect">
            <a:avLst/>
          </a:prstGeo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b="0" i="0">
                <a:solidFill>
                  <a:schemeClr val="accent5"/>
                </a:solidFill>
                <a:latin typeface="IBM Plex Sans Light" panose="020B0403050203000203" pitchFamily="34" charset="0"/>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46" name="Picture Placeholder 7">
            <a:extLst>
              <a:ext uri="{FF2B5EF4-FFF2-40B4-BE49-F238E27FC236}">
                <a16:creationId xmlns:a16="http://schemas.microsoft.com/office/drawing/2014/main" id="{2CAAA857-D33B-2769-F70D-96215C29A417}"/>
              </a:ext>
            </a:extLst>
          </p:cNvPr>
          <p:cNvSpPr>
            <a:spLocks noGrp="1"/>
          </p:cNvSpPr>
          <p:nvPr>
            <p:ph type="pic" sz="quarter" idx="48" hasCustomPrompt="1"/>
          </p:nvPr>
        </p:nvSpPr>
        <p:spPr>
          <a:xfrm>
            <a:off x="12756886" y="2667000"/>
            <a:ext cx="2291075" cy="2476500"/>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47" name="Text Placeholder 6">
            <a:extLst>
              <a:ext uri="{FF2B5EF4-FFF2-40B4-BE49-F238E27FC236}">
                <a16:creationId xmlns:a16="http://schemas.microsoft.com/office/drawing/2014/main" id="{3412D36A-B5BE-A294-20DF-30B55A06C5A9}"/>
              </a:ext>
            </a:extLst>
          </p:cNvPr>
          <p:cNvSpPr>
            <a:spLocks noGrp="1"/>
          </p:cNvSpPr>
          <p:nvPr>
            <p:ph type="body" sz="quarter" idx="49"/>
          </p:nvPr>
        </p:nvSpPr>
        <p:spPr>
          <a:xfrm>
            <a:off x="15530437" y="2667000"/>
            <a:ext cx="5843620" cy="2524626"/>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8" name="Text Placeholder 6">
            <a:extLst>
              <a:ext uri="{FF2B5EF4-FFF2-40B4-BE49-F238E27FC236}">
                <a16:creationId xmlns:a16="http://schemas.microsoft.com/office/drawing/2014/main" id="{ED900610-36FC-D7DA-7651-CC7E3D3200DB}"/>
              </a:ext>
            </a:extLst>
          </p:cNvPr>
          <p:cNvSpPr>
            <a:spLocks noGrp="1"/>
          </p:cNvSpPr>
          <p:nvPr>
            <p:ph type="body" sz="quarter" idx="50"/>
          </p:nvPr>
        </p:nvSpPr>
        <p:spPr>
          <a:xfrm>
            <a:off x="15530437" y="6165249"/>
            <a:ext cx="5843620" cy="246030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9" name="Text Placeholder 6">
            <a:extLst>
              <a:ext uri="{FF2B5EF4-FFF2-40B4-BE49-F238E27FC236}">
                <a16:creationId xmlns:a16="http://schemas.microsoft.com/office/drawing/2014/main" id="{BFEAE0F0-F94C-F405-C850-B3545368F695}"/>
              </a:ext>
            </a:extLst>
          </p:cNvPr>
          <p:cNvSpPr>
            <a:spLocks noGrp="1"/>
          </p:cNvSpPr>
          <p:nvPr>
            <p:ph type="body" sz="quarter" idx="51"/>
          </p:nvPr>
        </p:nvSpPr>
        <p:spPr>
          <a:xfrm>
            <a:off x="15530437" y="9573126"/>
            <a:ext cx="5843620" cy="2460305"/>
          </a:xfrm>
          <a:prstGeom prst="rect">
            <a:avLst/>
          </a:prstGeom>
        </p:spPr>
        <p:txBody>
          <a:bodyPr/>
          <a:lstStyle>
            <a:lvl1pPr defTabSz="1161288">
              <a:lnSpc>
                <a:spcPct val="100000"/>
              </a:lnSpc>
              <a:spcBef>
                <a:spcPts val="0"/>
              </a:spcBef>
              <a:defRPr sz="3600" b="0" i="0">
                <a:solidFill>
                  <a:schemeClr val="tx1"/>
                </a:solidFill>
                <a:latin typeface="IBM Plex Sans Light" panose="020B0403050203000203" pitchFamily="34" charset="0"/>
              </a:defRPr>
            </a:lvl1pPr>
            <a:lvl2pPr marL="3276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2pPr>
            <a:lvl3pPr marL="6588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3pPr>
            <a:lvl4pPr marL="986400" indent="-327600" defTabSz="1161288">
              <a:lnSpc>
                <a:spcPct val="100000"/>
              </a:lnSpc>
              <a:spcBef>
                <a:spcPts val="0"/>
              </a:spcBef>
              <a:buFont typeface="Arial" panose="020B0604020202020204" pitchFamily="34" charset="0"/>
              <a:buChar char="•"/>
              <a:defRPr sz="3600" b="0" i="0">
                <a:solidFill>
                  <a:schemeClr val="tx1"/>
                </a:solidFill>
                <a:latin typeface="IBM Plex Sans Light"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034460796"/>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385200"/>
            <a:ext cx="4949825" cy="4573587"/>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3"/>
            <a:ext cx="17145000" cy="11431587"/>
          </a:xfrm>
          <a:prstGeom prst="rect">
            <a:avLst/>
          </a:prstGeom>
        </p:spPr>
        <p:txBody>
          <a:bodyPr anchor="ctr"/>
          <a:lstStyle>
            <a:lvl1pPr algn="ctr">
              <a:defRPr b="0" i="0">
                <a:solidFill>
                  <a:schemeClr val="tx1"/>
                </a:solidFill>
                <a:latin typeface="IBM Plex Sans Light" panose="020B0403050203000203" pitchFamily="34" charset="0"/>
              </a:defRPr>
            </a:lvl1pPr>
          </a:lstStyle>
          <a:p>
            <a:r>
              <a:rPr lang="en-US" dirty="0"/>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60927472"/>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Legal disclaimer, one colum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5200"/>
            <a:ext cx="4956175" cy="2859087"/>
          </a:xfrm>
          <a:prstGeom prst="rect">
            <a:avLst/>
          </a:prstGeom>
        </p:spPr>
        <p:txBody>
          <a:bodyPr/>
          <a:lstStyle>
            <a:lvl1pPr>
              <a:lnSpc>
                <a:spcPct val="100000"/>
              </a:lnSpc>
              <a:spcBef>
                <a:spcPts val="0"/>
              </a:spcBef>
              <a:defRPr sz="6400" b="0" i="0">
                <a:solidFill>
                  <a:schemeClr val="tx2"/>
                </a:solidFill>
                <a:latin typeface="IBM Plex Sans Light" panose="020B0403050203000203" pitchFamily="34" charset="0"/>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dirty="0"/>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a:prstGeom prst="rect">
            <a:avLst/>
          </a:prstGeom>
        </p:spPr>
        <p:txBody>
          <a:bodyPr/>
          <a:lstStyle>
            <a:lvl1pPr>
              <a:lnSpc>
                <a:spcPct val="100000"/>
              </a:lnSpc>
              <a:spcBef>
                <a:spcPts val="0"/>
              </a:spcBef>
              <a:defRPr sz="1600" b="0" i="0">
                <a:solidFill>
                  <a:schemeClr val="tx1"/>
                </a:solidFill>
                <a:latin typeface="IBM Plex Sans Light" panose="020B04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149101326"/>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385200"/>
            <a:ext cx="4949825" cy="1527048"/>
          </a:xfrm>
        </p:spPr>
        <p:txBody>
          <a:bodyPr/>
          <a:lstStyle>
            <a:lvl1pPr>
              <a:lnSpc>
                <a:spcPct val="100000"/>
              </a:lnSpc>
              <a:defRPr sz="64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25944227"/>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egal disclaimer, two colum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5200"/>
            <a:ext cx="4956175" cy="2859087"/>
          </a:xfrm>
          <a:prstGeom prst="rect">
            <a:avLst/>
          </a:prstGeom>
        </p:spPr>
        <p:txBody>
          <a:bodyPr/>
          <a:lstStyle>
            <a:lvl1pPr>
              <a:lnSpc>
                <a:spcPct val="100000"/>
              </a:lnSpc>
              <a:spcBef>
                <a:spcPts val="0"/>
              </a:spcBef>
              <a:defRPr sz="6400" b="0" i="0">
                <a:solidFill>
                  <a:schemeClr val="tx2"/>
                </a:solidFill>
                <a:latin typeface="IBM Plex Sans Light" panose="020B0403050203000203" pitchFamily="34" charset="0"/>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dirty="0"/>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a:prstGeom prst="rect">
            <a:avLst/>
          </a:prstGeom>
        </p:spPr>
        <p:txBody>
          <a:bodyPr/>
          <a:lstStyle>
            <a:lvl1pPr>
              <a:lnSpc>
                <a:spcPct val="100000"/>
              </a:lnSpc>
              <a:spcBef>
                <a:spcPts val="0"/>
              </a:spcBef>
              <a:defRPr sz="1600" b="0" i="0">
                <a:solidFill>
                  <a:schemeClr val="tx1"/>
                </a:solidFill>
                <a:latin typeface="IBM Plex Sans Light" panose="020B04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4" y="12804775"/>
            <a:ext cx="4956176" cy="381000"/>
          </a:xfrm>
        </p:spPr>
        <p:txBody>
          <a:bodyPr/>
          <a:lstStyle>
            <a:lvl1pPr>
              <a:defRPr b="0" i="0">
                <a:latin typeface="IBM Plex Sans Light" panose="020B0403050203000203" pitchFamily="34" charset="0"/>
              </a:defRPr>
            </a:lvl1pPr>
          </a:lstStyle>
          <a:p>
            <a:r>
              <a:rPr lang="en-US" dirty="0"/>
              <a:t>IBM Automation / IBM &amp; IBM Business Partner Use Only / © 2024 IBM Corporation</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3"/>
            <a:ext cx="4953000" cy="11431587"/>
          </a:xfrm>
          <a:prstGeom prst="rect">
            <a:avLst/>
          </a:prstGeom>
        </p:spPr>
        <p:txBody>
          <a:bodyPr/>
          <a:lstStyle>
            <a:lvl1pPr>
              <a:lnSpc>
                <a:spcPct val="100000"/>
              </a:lnSpc>
              <a:spcBef>
                <a:spcPts val="0"/>
              </a:spcBef>
              <a:defRPr sz="1600" b="0" i="0">
                <a:solidFill>
                  <a:schemeClr val="tx1"/>
                </a:solidFill>
                <a:latin typeface="IBM Plex Sans Light" panose="020B04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22421565"/>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196332733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slideLayout" Target="../slideLayouts/slideLayout54.xml"/><Relationship Id="rId47" Type="http://schemas.openxmlformats.org/officeDocument/2006/relationships/theme" Target="../theme/theme2.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8" Type="http://schemas.openxmlformats.org/officeDocument/2006/relationships/slideLayout" Target="../slideLayouts/slideLayout20.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20" Type="http://schemas.openxmlformats.org/officeDocument/2006/relationships/slideLayout" Target="../slideLayouts/slideLayout32.xml"/><Relationship Id="rId41"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390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651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dirty="0"/>
              <a:t>IBM Automation / IBM &amp; IBM Business Partner Use Only / © 2024 IBM Corporation</a:t>
            </a:r>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04" r:id="rId1"/>
    <p:sldLayoutId id="2147483963" r:id="rId2"/>
    <p:sldLayoutId id="2147483965" r:id="rId3"/>
    <p:sldLayoutId id="2147483906" r:id="rId4"/>
    <p:sldLayoutId id="2147483920" r:id="rId5"/>
    <p:sldLayoutId id="2147483921" r:id="rId6"/>
    <p:sldLayoutId id="2147483956" r:id="rId7"/>
    <p:sldLayoutId id="2147483938" r:id="rId8"/>
    <p:sldLayoutId id="2147483940" r:id="rId9"/>
    <p:sldLayoutId id="2147483941" r:id="rId10"/>
    <p:sldLayoutId id="2147483964" r:id="rId11"/>
    <p:sldLayoutId id="2147484015" r:id="rId12"/>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userDrawn="1">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390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Light" panose="020B04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651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endParaRPr lang="en-CA" dirty="0"/>
          </a:p>
          <a:p>
            <a:pPr lvl="2"/>
            <a:r>
              <a:rPr lang="en-CA" dirty="0"/>
              <a:t>Body Level Three</a:t>
            </a:r>
          </a:p>
          <a:p>
            <a:pPr lvl="3"/>
            <a:r>
              <a:rPr lang="en-CA"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Light" panose="020B0403050203000203" pitchFamily="34" charset="0"/>
              </a:defRPr>
            </a:lvl1pPr>
          </a:lstStyle>
          <a:p>
            <a:r>
              <a:rPr lang="en-US" dirty="0"/>
              <a:t>IBM Automation / IBM &amp; IBM Business Partner Use Only / © 2024 IBM Corporation</a:t>
            </a:r>
          </a:p>
        </p:txBody>
      </p:sp>
    </p:spTree>
    <p:extLst>
      <p:ext uri="{BB962C8B-B14F-4D97-AF65-F5344CB8AC3E}">
        <p14:creationId xmlns:p14="http://schemas.microsoft.com/office/powerpoint/2010/main" val="2712258537"/>
      </p:ext>
    </p:extLst>
  </p:cSld>
  <p:clrMap bg1="dk1" tx1="lt1" bg2="dk2" tx2="lt2" accent1="accent1" accent2="accent2" accent3="accent3" accent4="accent4" accent5="accent5" accent6="accent6" hlink="hlink" folHlink="folHlink"/>
  <p:sldLayoutIdLst>
    <p:sldLayoutId id="2147484017" r:id="rId1"/>
    <p:sldLayoutId id="2147484018" r:id="rId2"/>
    <p:sldLayoutId id="2147484019" r:id="rId3"/>
    <p:sldLayoutId id="2147484020" r:id="rId4"/>
    <p:sldLayoutId id="2147484021" r:id="rId5"/>
    <p:sldLayoutId id="2147484022" r:id="rId6"/>
    <p:sldLayoutId id="2147484023" r:id="rId7"/>
    <p:sldLayoutId id="2147484024" r:id="rId8"/>
    <p:sldLayoutId id="2147484025" r:id="rId9"/>
    <p:sldLayoutId id="2147484026" r:id="rId10"/>
    <p:sldLayoutId id="2147484027" r:id="rId11"/>
    <p:sldLayoutId id="2147484028" r:id="rId12"/>
    <p:sldLayoutId id="2147484029" r:id="rId13"/>
    <p:sldLayoutId id="2147484030" r:id="rId14"/>
    <p:sldLayoutId id="2147484031" r:id="rId15"/>
    <p:sldLayoutId id="2147484032" r:id="rId16"/>
    <p:sldLayoutId id="2147484033" r:id="rId17"/>
    <p:sldLayoutId id="2147484034" r:id="rId18"/>
    <p:sldLayoutId id="2147484035" r:id="rId19"/>
    <p:sldLayoutId id="2147484036" r:id="rId20"/>
    <p:sldLayoutId id="2147484037" r:id="rId21"/>
    <p:sldLayoutId id="2147484038" r:id="rId22"/>
    <p:sldLayoutId id="2147484039" r:id="rId23"/>
    <p:sldLayoutId id="2147484040" r:id="rId24"/>
    <p:sldLayoutId id="2147484041" r:id="rId25"/>
    <p:sldLayoutId id="2147484042" r:id="rId26"/>
    <p:sldLayoutId id="2147484043" r:id="rId27"/>
    <p:sldLayoutId id="2147484044" r:id="rId28"/>
    <p:sldLayoutId id="2147484045" r:id="rId29"/>
    <p:sldLayoutId id="2147484046" r:id="rId30"/>
    <p:sldLayoutId id="2147484047" r:id="rId31"/>
    <p:sldLayoutId id="2147484048" r:id="rId32"/>
    <p:sldLayoutId id="2147484049" r:id="rId33"/>
    <p:sldLayoutId id="2147484050" r:id="rId34"/>
    <p:sldLayoutId id="2147484051" r:id="rId35"/>
    <p:sldLayoutId id="2147484052" r:id="rId36"/>
    <p:sldLayoutId id="2147484053" r:id="rId37"/>
    <p:sldLayoutId id="2147484054" r:id="rId38"/>
    <p:sldLayoutId id="2147484055" r:id="rId39"/>
    <p:sldLayoutId id="2147484056" r:id="rId40"/>
    <p:sldLayoutId id="2147484057" r:id="rId41"/>
    <p:sldLayoutId id="2147484058" r:id="rId42"/>
    <p:sldLayoutId id="2147484059" r:id="rId43"/>
    <p:sldLayoutId id="2147484060" r:id="rId44"/>
    <p:sldLayoutId id="2147484061" r:id="rId45"/>
    <p:sldLayoutId id="2147484062" r:id="rId46"/>
  </p:sldLayoutIdLst>
  <p:transition spd="med"/>
  <p:hf hdr="0" dt="0"/>
  <p:txStyles>
    <p:title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IBM Plex Sans Light" panose="020B0403050203000203" pitchFamily="34" charset="0"/>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00000"/>
        </a:lnSpc>
        <a:spcBef>
          <a:spcPts val="0"/>
        </a:spcBef>
        <a:spcAft>
          <a:spcPts val="0"/>
        </a:spcAft>
        <a:buClr>
          <a:schemeClr val="tx1"/>
        </a:buClr>
        <a:buSzTx/>
        <a:buFont typeface="Arial" panose="020B0604020202020204" pitchFamily="34" charset="0"/>
        <a:buNone/>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3276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6588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986400" marR="0" indent="-327600" algn="l" defTabSz="2438400" rtl="0" eaLnBrk="1" latinLnBrk="0" hangingPunct="1">
        <a:lnSpc>
          <a:spcPct val="100000"/>
        </a:lnSpc>
        <a:spcBef>
          <a:spcPts val="0"/>
        </a:spcBef>
        <a:spcAft>
          <a:spcPts val="0"/>
        </a:spcAft>
        <a:buClr>
          <a:schemeClr val="tx1"/>
        </a:buClr>
        <a:buSzPct val="100000"/>
        <a:buFont typeface="Arial" panose="020B0604020202020204" pitchFamily="34" charset="0"/>
        <a:buChar char="•"/>
        <a:tabLst/>
        <a:defRPr sz="36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685800" marR="0" indent="0" algn="l" defTabSz="2438400" rtl="0" eaLnBrk="1" latinLnBrk="0" hangingPunct="1">
        <a:lnSpc>
          <a:spcPct val="110000"/>
        </a:lnSpc>
        <a:spcBef>
          <a:spcPts val="2900"/>
        </a:spcBef>
        <a:spcAft>
          <a:spcPts val="0"/>
        </a:spcAft>
        <a:buClrTx/>
        <a:buSzPct val="100000"/>
        <a:buFont typeface="Arial" panose="020B0604020202020204" pitchFamily="34" charset="0"/>
        <a:buNone/>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ibm.seismic.com/app#/doccenter/f6bc8873-d580-4ee8-a903-c4e0d3a7eee9/doc/%252Fdd0ab3871f-9594-50fd-73b1-7f6c58815c13%252Fdd205c8b2a-9530-fcec-d789-09195de311f1%252Fdfd0ecfb92-7a8f-4051-b96c-848aca3a8c21%252Fdfa7162d61-c078-42b3-bb19-38d90b0ceef7%252Fdf05c4c530-dc0a-4a2e-8ab3-0811fe065f61%252Flf778127a2-232c-4d0d-8c47-d4ff7edaaff6//?mode=view&amp;parentPath=sessionStorage" TargetMode="External"/><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hyperlink" Target="https://w3.ibm.com/w3publisher/subscription-license-q2c/flexible-subscription"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ibm.com/support/customer/csol/terms/?id=i126-9907&amp;lc=en" TargetMode="Externa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hyperlink" Target="https://w3.ibm.com/w3publisher/subscription-license-q2c/flexible-subscription" TargetMode="External"/><Relationship Id="rId2" Type="http://schemas.openxmlformats.org/officeDocument/2006/relationships/hyperlink" Target="https://engage-support.ibm.com/" TargetMode="Externa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ibmsc.my.salesforce.com/analytics/wave/dashboard?assetId=0FKKa0000010z5zOAA&amp;orgId=00D3h000004YkeY&amp;loginHost=usa1092.sfdc-yfeipo.salesforce.com&amp;urlType=sharing&amp;pageId=a7c986f0-379e-4370-86d4-da993b1cd31f&amp;savedViewId=8wkgR0000006Bs1QAE&amp;analyticsContext=analyticsTab" TargetMode="External"/><Relationship Id="rId7" Type="http://schemas.openxmlformats.org/officeDocument/2006/relationships/image" Target="../media/image18.png"/><Relationship Id="rId2" Type="http://schemas.openxmlformats.org/officeDocument/2006/relationships/hyperlink" Target="https://ibm.seismic.com/app#/doccenter/f6bc8873-d580-4ee8-a903-c4e0d3a7eee9/doc/%252Fdd0ab3871f-9594-50fd-73b1-7f6c58815c13%252Fdd205c8b2a-9530-fcec-d789-09195de311f1%252Fdfd0ecfb92-7a8f-4051-b96c-848aca3a8c21%252Fdfa7162d61-c078-42b3-bb19-38d90b0ceef7%252Fdf05c4c530-dc0a-4a2e-8ab3-0811fe065f61%252Flfe29e08e7-69e5-482c-9877-aa29eabe5fd5//?mode=view&amp;parentPath=sessionStorage" TargetMode="External"/><Relationship Id="rId1" Type="http://schemas.openxmlformats.org/officeDocument/2006/relationships/slideLayout" Target="../slideLayouts/slideLayout5.xml"/><Relationship Id="rId6" Type="http://schemas.openxmlformats.org/officeDocument/2006/relationships/hyperlink" Target="https://ibm.biz/HashiCorpTopsheet" TargetMode="External"/><Relationship Id="rId5" Type="http://schemas.openxmlformats.org/officeDocument/2006/relationships/hyperlink" Target="https://w3.ibm.com/epm/catalog/entry/0fspaoc" TargetMode="External"/><Relationship Id="rId4" Type="http://schemas.openxmlformats.org/officeDocument/2006/relationships/hyperlink" Target="https://ibmsc.my.salesforce.com/analytics/wave/dashboard?assetId=0FKKa0000010x4fOAA&amp;orgId=00D3h000004YkeY&amp;loginHost=usa1092.sfdc-yfeipo.salesforce.com&amp;urlType=sharing&amp;pageId=3287d9f8-3fad-4b2c-977c-bb19a360dc00&amp;savedViewId=8wkgR0000001VMlQAM&amp;analyticsContext=analyticsTab"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4" Type="http://schemas.openxmlformats.org/officeDocument/2006/relationships/hyperlink" Target="https://ibm.biz/HashiCorpTopsheet"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and wooden letters&#10;&#10;Description automatically generated with medium confidence">
            <a:extLst>
              <a:ext uri="{FF2B5EF4-FFF2-40B4-BE49-F238E27FC236}">
                <a16:creationId xmlns:a16="http://schemas.microsoft.com/office/drawing/2014/main" id="{89BD9D51-5A49-C43C-5819-83FB723843B3}"/>
              </a:ext>
            </a:extLst>
          </p:cNvPr>
          <p:cNvPicPr>
            <a:picLocks noChangeAspect="1"/>
          </p:cNvPicPr>
          <p:nvPr/>
        </p:nvPicPr>
        <p:blipFill>
          <a:blip r:embed="rId2"/>
          <a:stretch>
            <a:fillRect/>
          </a:stretch>
        </p:blipFill>
        <p:spPr>
          <a:xfrm>
            <a:off x="1587" y="-893"/>
            <a:ext cx="24385588" cy="13716893"/>
          </a:xfrm>
          <a:prstGeom prst="rect">
            <a:avLst/>
          </a:prstGeom>
        </p:spPr>
      </p:pic>
      <p:pic>
        <p:nvPicPr>
          <p:cNvPr id="3" name="Picture 2" descr="IBM 8-bar logo in black">
            <a:extLst>
              <a:ext uri="{FF2B5EF4-FFF2-40B4-BE49-F238E27FC236}">
                <a16:creationId xmlns:a16="http://schemas.microsoft.com/office/drawing/2014/main" id="{0FC84450-273B-057D-5FCE-16F1C271AE73}"/>
              </a:ext>
            </a:extLst>
          </p:cNvPr>
          <p:cNvPicPr>
            <a:picLocks noChangeAspect="1"/>
          </p:cNvPicPr>
          <p:nvPr/>
        </p:nvPicPr>
        <p:blipFill>
          <a:blip r:embed="rId3"/>
          <a:stretch>
            <a:fillRect/>
          </a:stretch>
        </p:blipFill>
        <p:spPr>
          <a:xfrm>
            <a:off x="22279951" y="12526963"/>
            <a:ext cx="1638300" cy="609600"/>
          </a:xfrm>
          <a:prstGeom prst="rect">
            <a:avLst/>
          </a:prstGeom>
        </p:spPr>
      </p:pic>
      <p:sp>
        <p:nvSpPr>
          <p:cNvPr id="2" name="Title 2">
            <a:extLst>
              <a:ext uri="{FF2B5EF4-FFF2-40B4-BE49-F238E27FC236}">
                <a16:creationId xmlns:a16="http://schemas.microsoft.com/office/drawing/2014/main" id="{43E80990-22CD-FA30-B458-6BB5EDA0B810}"/>
              </a:ext>
            </a:extLst>
          </p:cNvPr>
          <p:cNvSpPr txBox="1"/>
          <p:nvPr/>
        </p:nvSpPr>
        <p:spPr>
          <a:xfrm>
            <a:off x="576071" y="384048"/>
            <a:ext cx="13327497" cy="2916365"/>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xmlns:p14="http://schemas.microsoft.com/office/powerpoint/2010/main" xmlns:a16="http://schemas.microsoft.com/office/drawing/2014/main" val="1"/>
            </a:ext>
          </a:extLst>
        </p:spPr>
        <p:txBody>
          <a:bodyPr wrap="square" lIns="0" tIns="0" rIns="0" bIns="0" numCol="1" anchor="t">
            <a:noAutofit/>
          </a:bodyPr>
          <a:lstStyle>
            <a:lvl1pPr defTabSz="2438400">
              <a:lnSpc>
                <a:spcPct val="90000"/>
              </a:lnSpc>
              <a:defRPr sz="8600">
                <a:solidFill>
                  <a:srgbClr val="000000"/>
                </a:solidFill>
              </a:defRPr>
            </a:lvl1pPr>
          </a:lstStyle>
          <a:p>
            <a:pPr>
              <a:lnSpc>
                <a:spcPct val="100000"/>
              </a:lnSpc>
            </a:pPr>
            <a:r>
              <a:rPr lang="en-US" dirty="0"/>
              <a:t>IBM HashiCorp Flexible Subscription Licenses</a:t>
            </a:r>
            <a:endParaRPr kumimoji="0" lang="en-US" sz="2800" b="0" i="0" u="none" strike="noStrike" kern="0" cap="none" spc="0" normalizeH="0" baseline="0" noProof="0" dirty="0">
              <a:ln>
                <a:noFill/>
              </a:ln>
              <a:solidFill>
                <a:srgbClr val="000000"/>
              </a:solidFill>
              <a:effectLst/>
              <a:uLnTx/>
              <a:uFillTx/>
              <a:latin typeface="IBM Plex Sans Light"/>
              <a:ea typeface="+mj-ea"/>
              <a:cs typeface="+mj-cs"/>
              <a:sym typeface="IBM Plex Sans Light"/>
            </a:endParaRPr>
          </a:p>
          <a:p>
            <a:pPr>
              <a:lnSpc>
                <a:spcPct val="100000"/>
              </a:lnSpc>
            </a:pPr>
            <a:endParaRPr lang="en-US" sz="2800" kern="0" dirty="0">
              <a:latin typeface="IBM Plex Sans Light"/>
              <a:ea typeface="+mj-ea"/>
              <a:cs typeface="+mj-cs"/>
              <a:sym typeface="IBM Plex Sans Light"/>
            </a:endParaRPr>
          </a:p>
          <a:p>
            <a:pPr>
              <a:lnSpc>
                <a:spcPct val="100000"/>
              </a:lnSpc>
            </a:pPr>
            <a:r>
              <a:rPr lang="en-US" sz="2800" kern="0" dirty="0">
                <a:latin typeface="IBM Plex Sans Light"/>
                <a:ea typeface="+mj-ea"/>
                <a:cs typeface="+mj-cs"/>
                <a:sym typeface="IBM Plex Sans Light"/>
              </a:rPr>
              <a:t>February 10, 2026</a:t>
            </a:r>
            <a:endParaRPr dirty="0">
              <a:latin typeface="+mj-lt"/>
            </a:endParaRPr>
          </a:p>
        </p:txBody>
      </p:sp>
      <p:sp>
        <p:nvSpPr>
          <p:cNvPr id="7" name="TextBox 6">
            <a:extLst>
              <a:ext uri="{FF2B5EF4-FFF2-40B4-BE49-F238E27FC236}">
                <a16:creationId xmlns:a16="http://schemas.microsoft.com/office/drawing/2014/main" id="{5D7A8D93-E66E-354B-D923-2ED3CBC05CB7}"/>
              </a:ext>
            </a:extLst>
          </p:cNvPr>
          <p:cNvSpPr txBox="1"/>
          <p:nvPr/>
        </p:nvSpPr>
        <p:spPr>
          <a:xfrm>
            <a:off x="19287976" y="12908243"/>
            <a:ext cx="0" cy="0"/>
          </a:xfrm>
          <a:prstGeom prst="rect">
            <a:avLst/>
          </a:prstGeom>
          <a:ln w="6350">
            <a:noFill/>
            <a:miter lim="800000"/>
          </a:ln>
        </p:spPr>
        <p:txBody>
          <a:bodyPr vert="horz" wrap="none" lIns="0" tIns="0" rIns="0" bIns="0" rtlCol="0">
            <a:noAutofit/>
          </a:bodyPr>
          <a:lstStyle/>
          <a:p>
            <a:pPr>
              <a:spcBef>
                <a:spcPts val="150"/>
              </a:spcBef>
              <a:spcAft>
                <a:spcPts val="150"/>
              </a:spcAft>
            </a:pPr>
            <a:endParaRPr lang="en-US" sz="800" dirty="0"/>
          </a:p>
        </p:txBody>
      </p:sp>
      <p:sp>
        <p:nvSpPr>
          <p:cNvPr id="10" name="TextBox 9">
            <a:extLst>
              <a:ext uri="{FF2B5EF4-FFF2-40B4-BE49-F238E27FC236}">
                <a16:creationId xmlns:a16="http://schemas.microsoft.com/office/drawing/2014/main" id="{A253964A-8BBC-908D-E03D-DF6E0F38D52D}"/>
              </a:ext>
            </a:extLst>
          </p:cNvPr>
          <p:cNvSpPr txBox="1"/>
          <p:nvPr/>
        </p:nvSpPr>
        <p:spPr>
          <a:xfrm>
            <a:off x="19688917" y="12945707"/>
            <a:ext cx="0" cy="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p14="http://schemas.microsoft.com/office/powerpoint/2010/main" xmlns:a16="http://schemas.microsoft.com/office/drawing/2014/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pic>
        <p:nvPicPr>
          <p:cNvPr id="1030" name="Picture 6">
            <a:extLst>
              <a:ext uri="{FF2B5EF4-FFF2-40B4-BE49-F238E27FC236}">
                <a16:creationId xmlns:a16="http://schemas.microsoft.com/office/drawing/2014/main" id="{156E64C8-E48D-DA6C-6F5B-31AF9572DD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20801986" y="12400972"/>
            <a:ext cx="789783" cy="861581"/>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226787FD-4BC7-B65E-BCDA-3F49AC4523E6}"/>
              </a:ext>
            </a:extLst>
          </p:cNvPr>
          <p:cNvSpPr>
            <a:spLocks noGrp="1"/>
          </p:cNvSpPr>
          <p:nvPr>
            <p:ph type="sldNum" sz="quarter" idx="4"/>
          </p:nvPr>
        </p:nvSpPr>
        <p:spPr/>
        <p:txBody>
          <a:bodyPr/>
          <a:lstStyle/>
          <a:p>
            <a:fld id="{86CB4B4D-7CA3-9044-876B-883B54F8677D}" type="slidenum">
              <a:rPr lang="en-US" smtClean="0"/>
              <a:pPr/>
              <a:t>1</a:t>
            </a:fld>
            <a:endParaRPr lang="en-US" dirty="0"/>
          </a:p>
        </p:txBody>
      </p:sp>
      <p:sp>
        <p:nvSpPr>
          <p:cNvPr id="8" name="Footer Placeholder 7">
            <a:extLst>
              <a:ext uri="{FF2B5EF4-FFF2-40B4-BE49-F238E27FC236}">
                <a16:creationId xmlns:a16="http://schemas.microsoft.com/office/drawing/2014/main" id="{E5A9D0DE-9671-9DEC-C2E1-FF7F4D536896}"/>
              </a:ext>
            </a:extLst>
          </p:cNvPr>
          <p:cNvSpPr>
            <a:spLocks noGrp="1"/>
          </p:cNvSpPr>
          <p:nvPr>
            <p:ph type="ftr" sz="quarter" idx="18"/>
          </p:nvPr>
        </p:nvSpPr>
        <p:spPr/>
        <p:txBody>
          <a:bodyPr/>
          <a:lstStyle/>
          <a:p>
            <a:r>
              <a:rPr lang="en-US" dirty="0"/>
              <a:t>IBM Automation / IBM &amp; IBM Business Partner Use Only / © 2025 IBM Corporation</a:t>
            </a:r>
          </a:p>
        </p:txBody>
      </p:sp>
    </p:spTree>
    <p:extLst>
      <p:ext uri="{BB962C8B-B14F-4D97-AF65-F5344CB8AC3E}">
        <p14:creationId xmlns:p14="http://schemas.microsoft.com/office/powerpoint/2010/main" val="419073644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65E13-A1C4-870D-0BC6-EF956A1B5248}"/>
              </a:ext>
            </a:extLst>
          </p:cNvPr>
          <p:cNvSpPr>
            <a:spLocks noGrp="1"/>
          </p:cNvSpPr>
          <p:nvPr>
            <p:ph type="title"/>
          </p:nvPr>
        </p:nvSpPr>
        <p:spPr/>
        <p:txBody>
          <a:bodyPr/>
          <a:lstStyle/>
          <a:p>
            <a:r>
              <a:rPr lang="en-US" dirty="0"/>
              <a:t>Contents</a:t>
            </a:r>
          </a:p>
        </p:txBody>
      </p:sp>
      <p:sp>
        <p:nvSpPr>
          <p:cNvPr id="3" name="Text Placeholder 2">
            <a:extLst>
              <a:ext uri="{FF2B5EF4-FFF2-40B4-BE49-F238E27FC236}">
                <a16:creationId xmlns:a16="http://schemas.microsoft.com/office/drawing/2014/main" id="{3223E9DC-42EB-0711-A23D-16E628202AD7}"/>
              </a:ext>
            </a:extLst>
          </p:cNvPr>
          <p:cNvSpPr>
            <a:spLocks noGrp="1"/>
          </p:cNvSpPr>
          <p:nvPr>
            <p:ph type="body" sz="quarter" idx="10"/>
          </p:nvPr>
        </p:nvSpPr>
        <p:spPr>
          <a:xfrm>
            <a:off x="1481197" y="2670841"/>
            <a:ext cx="12141018" cy="10054900"/>
          </a:xfrm>
        </p:spPr>
        <p:txBody>
          <a:bodyPr/>
          <a:lstStyle/>
          <a:p>
            <a:r>
              <a:rPr lang="en-US" dirty="0">
                <a:latin typeface="IBM Plex Sans Medm" panose="020B0503050203000203" pitchFamily="34" charset="0"/>
              </a:rPr>
              <a:t>IBM HashiCorp Flexible Subscription License (FSL)</a:t>
            </a:r>
          </a:p>
          <a:p>
            <a:endParaRPr lang="en-US" dirty="0">
              <a:latin typeface="IBM Plex Sans Medm" panose="020B0503050203000203" pitchFamily="34" charset="0"/>
            </a:endParaRPr>
          </a:p>
          <a:p>
            <a:pPr marL="457200" indent="-457200">
              <a:buFont typeface="Arial" panose="020B0604020202020204" pitchFamily="34" charset="0"/>
              <a:buChar char="•"/>
              <a:defRPr/>
            </a:pPr>
            <a:r>
              <a:rPr lang="en-US" dirty="0">
                <a:latin typeface="IBM Plex Sans" panose="020B0503050203000203" pitchFamily="34" charset="0"/>
              </a:rPr>
              <a:t>Introduction: What is it?</a:t>
            </a:r>
          </a:p>
          <a:p>
            <a:pPr marL="457200" indent="-457200">
              <a:buFont typeface="Arial" panose="020B0604020202020204" pitchFamily="34" charset="0"/>
              <a:buChar char="•"/>
              <a:defRPr/>
            </a:pPr>
            <a:r>
              <a:rPr lang="en-US" dirty="0">
                <a:latin typeface="IBM Plex Sans" panose="020B0503050203000203" pitchFamily="34" charset="0"/>
              </a:rPr>
              <a:t>FSL T&amp;C</a:t>
            </a:r>
          </a:p>
          <a:p>
            <a:pPr marL="457200" indent="-457200">
              <a:buFont typeface="Arial" panose="020B0604020202020204" pitchFamily="34" charset="0"/>
              <a:buChar char="•"/>
              <a:defRPr/>
            </a:pPr>
            <a:r>
              <a:rPr lang="en-US" dirty="0">
                <a:latin typeface="IBM Plex Sans" panose="020B0503050203000203" pitchFamily="34" charset="0"/>
              </a:rPr>
              <a:t>How Credit Works / How to Process Early Terminations</a:t>
            </a:r>
          </a:p>
          <a:p>
            <a:pPr marL="457200" indent="-457200">
              <a:buFont typeface="Arial" panose="020B0604020202020204" pitchFamily="34" charset="0"/>
              <a:buChar char="•"/>
              <a:defRPr/>
            </a:pPr>
            <a:r>
              <a:rPr lang="en-US" dirty="0">
                <a:latin typeface="IBM Plex Sans" panose="020B0503050203000203" pitchFamily="34" charset="0"/>
              </a:rPr>
              <a:t>FSL in ELAs</a:t>
            </a:r>
          </a:p>
          <a:p>
            <a:pPr marL="457200" indent="-457200">
              <a:buFont typeface="Arial" panose="020B0604020202020204" pitchFamily="34" charset="0"/>
              <a:buChar char="•"/>
              <a:defRPr/>
            </a:pPr>
            <a:r>
              <a:rPr lang="en-US" dirty="0">
                <a:latin typeface="IBM Plex Sans" panose="020B0503050203000203" pitchFamily="34" charset="0"/>
              </a:rPr>
              <a:t>How FSL are financially treated, on the books</a:t>
            </a:r>
          </a:p>
          <a:p>
            <a:pPr marL="457200" indent="-457200">
              <a:buFont typeface="Arial" panose="020B0604020202020204" pitchFamily="34" charset="0"/>
              <a:buChar char="•"/>
              <a:defRPr/>
            </a:pPr>
            <a:r>
              <a:rPr lang="en-US" dirty="0">
                <a:latin typeface="IBM Plex Sans" panose="020B0503050203000203" pitchFamily="34" charset="0"/>
              </a:rPr>
              <a:t>How FSL show up in ISC, EPM and IBM Quoting</a:t>
            </a:r>
          </a:p>
          <a:p>
            <a:pPr marL="457200" indent="-457200">
              <a:buFont typeface="Arial" panose="020B0604020202020204" pitchFamily="34" charset="0"/>
              <a:buChar char="•"/>
              <a:defRPr/>
            </a:pPr>
            <a:r>
              <a:rPr lang="en-US" dirty="0">
                <a:latin typeface="IBM Plex Sans" panose="020B0503050203000203" pitchFamily="34" charset="0"/>
              </a:rPr>
              <a:t>How sellers are paid on FSL</a:t>
            </a:r>
          </a:p>
          <a:p>
            <a:pPr marL="457200" indent="-457200">
              <a:buFont typeface="Arial" panose="020B0604020202020204" pitchFamily="34" charset="0"/>
              <a:buChar char="•"/>
              <a:defRPr/>
            </a:pPr>
            <a:endParaRPr lang="en-US" sz="2800" dirty="0">
              <a:latin typeface="IBM Plex Sans" panose="020B0503050203000203" pitchFamily="34" charset="0"/>
            </a:endParaRPr>
          </a:p>
          <a:p>
            <a:endParaRPr lang="en-US" sz="2800" dirty="0"/>
          </a:p>
          <a:p>
            <a:endParaRPr lang="en-US" sz="2800" dirty="0"/>
          </a:p>
        </p:txBody>
      </p:sp>
      <p:pic>
        <p:nvPicPr>
          <p:cNvPr id="4" name="Picture 3" descr="A black square with colorful squares and icons&#10;&#10;Description automatically generated">
            <a:extLst>
              <a:ext uri="{FF2B5EF4-FFF2-40B4-BE49-F238E27FC236}">
                <a16:creationId xmlns:a16="http://schemas.microsoft.com/office/drawing/2014/main" id="{08EAA53C-101A-F3D2-5015-6ECE6CB8520E}"/>
              </a:ext>
            </a:extLst>
          </p:cNvPr>
          <p:cNvPicPr>
            <a:picLocks noChangeAspect="1"/>
          </p:cNvPicPr>
          <p:nvPr/>
        </p:nvPicPr>
        <p:blipFill>
          <a:blip r:embed="rId3"/>
          <a:srcRect t="1787"/>
          <a:stretch/>
        </p:blipFill>
        <p:spPr>
          <a:xfrm>
            <a:off x="14986191" y="2714285"/>
            <a:ext cx="8445309" cy="8692864"/>
          </a:xfrm>
          <a:prstGeom prst="rect">
            <a:avLst/>
          </a:prstGeom>
        </p:spPr>
      </p:pic>
      <p:sp>
        <p:nvSpPr>
          <p:cNvPr id="7" name="Slide Number Placeholder 6">
            <a:extLst>
              <a:ext uri="{FF2B5EF4-FFF2-40B4-BE49-F238E27FC236}">
                <a16:creationId xmlns:a16="http://schemas.microsoft.com/office/drawing/2014/main" id="{C03A33CF-D6E2-EC73-341E-462B78368D8E}"/>
              </a:ext>
            </a:extLst>
          </p:cNvPr>
          <p:cNvSpPr>
            <a:spLocks noGrp="1"/>
          </p:cNvSpPr>
          <p:nvPr>
            <p:ph type="sldNum" sz="quarter" idx="4"/>
          </p:nvPr>
        </p:nvSpPr>
        <p:spPr/>
        <p:txBody>
          <a:bodyPr/>
          <a:lstStyle/>
          <a:p>
            <a:fld id="{86CB4B4D-7CA3-9044-876B-883B54F8677D}" type="slidenum">
              <a:rPr lang="en-US" smtClean="0"/>
              <a:pPr/>
              <a:t>2</a:t>
            </a:fld>
            <a:endParaRPr lang="en-US" dirty="0"/>
          </a:p>
        </p:txBody>
      </p:sp>
      <p:sp>
        <p:nvSpPr>
          <p:cNvPr id="5" name="Footer Placeholder 7">
            <a:extLst>
              <a:ext uri="{FF2B5EF4-FFF2-40B4-BE49-F238E27FC236}">
                <a16:creationId xmlns:a16="http://schemas.microsoft.com/office/drawing/2014/main" id="{FE4B7C2F-06C4-025B-CA54-BF51BB7F634C}"/>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2025 IBM Corporation</a:t>
            </a:r>
          </a:p>
        </p:txBody>
      </p:sp>
      <p:sp>
        <p:nvSpPr>
          <p:cNvPr id="6" name="Rectangle 5">
            <a:extLst>
              <a:ext uri="{FF2B5EF4-FFF2-40B4-BE49-F238E27FC236}">
                <a16:creationId xmlns:a16="http://schemas.microsoft.com/office/drawing/2014/main" id="{43696F94-D7EF-F384-0D56-B0F8A9CABE40}"/>
              </a:ext>
            </a:extLst>
          </p:cNvPr>
          <p:cNvSpPr/>
          <p:nvPr/>
        </p:nvSpPr>
        <p:spPr>
          <a:xfrm>
            <a:off x="18411677" y="3268849"/>
            <a:ext cx="4899098" cy="2862322"/>
          </a:xfrm>
          <a:prstGeom prst="rect">
            <a:avLst/>
          </a:prstGeom>
          <a:noFill/>
        </p:spPr>
        <p:txBody>
          <a:bodyPr wrap="none" lIns="91440" tIns="45720" rIns="91440" bIns="45720">
            <a:spAutoFit/>
          </a:bodyPr>
          <a:lstStyle/>
          <a:p>
            <a:pPr algn="ctr"/>
            <a:r>
              <a:rPr lang="en-US" sz="6000" b="1" spc="50" dirty="0">
                <a:ln w="0"/>
                <a:solidFill>
                  <a:schemeClr val="bg2"/>
                </a:solidFill>
                <a:effectLst>
                  <a:innerShdw blurRad="63500" dist="50800" dir="13500000">
                    <a:srgbClr val="000000">
                      <a:alpha val="50000"/>
                    </a:srgbClr>
                  </a:innerShdw>
                </a:effectLst>
              </a:rPr>
              <a:t>Flexible</a:t>
            </a:r>
          </a:p>
          <a:p>
            <a:pPr algn="ctr"/>
            <a:r>
              <a:rPr lang="en-US" sz="6000" b="1" cap="none" spc="50" dirty="0">
                <a:ln w="0"/>
                <a:solidFill>
                  <a:schemeClr val="bg2"/>
                </a:solidFill>
                <a:effectLst>
                  <a:innerShdw blurRad="63500" dist="50800" dir="13500000">
                    <a:srgbClr val="000000">
                      <a:alpha val="50000"/>
                    </a:srgbClr>
                  </a:innerShdw>
                </a:effectLst>
              </a:rPr>
              <a:t>Subscription</a:t>
            </a:r>
            <a:r>
              <a:rPr lang="en-US" sz="6000" b="1" spc="50" dirty="0">
                <a:ln w="0"/>
                <a:solidFill>
                  <a:schemeClr val="bg2"/>
                </a:solidFill>
                <a:effectLst>
                  <a:innerShdw blurRad="63500" dist="50800" dir="13500000">
                    <a:srgbClr val="000000">
                      <a:alpha val="50000"/>
                    </a:srgbClr>
                  </a:innerShdw>
                </a:effectLst>
              </a:rPr>
              <a:t> </a:t>
            </a:r>
          </a:p>
          <a:p>
            <a:pPr algn="ctr"/>
            <a:r>
              <a:rPr lang="en-US" sz="6000" b="1" spc="50" dirty="0">
                <a:ln w="0"/>
                <a:solidFill>
                  <a:schemeClr val="bg2"/>
                </a:solidFill>
                <a:effectLst>
                  <a:innerShdw blurRad="63500" dist="50800" dir="13500000">
                    <a:srgbClr val="000000">
                      <a:alpha val="50000"/>
                    </a:srgbClr>
                  </a:innerShdw>
                </a:effectLst>
              </a:rPr>
              <a:t>Licenses</a:t>
            </a:r>
            <a:endParaRPr lang="en-US" sz="60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348915682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FF731-0AF2-931E-14A8-68A1BFBE7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D1015D-0E36-4D61-FD53-5A1EE05ECF52}"/>
              </a:ext>
            </a:extLst>
          </p:cNvPr>
          <p:cNvSpPr>
            <a:spLocks noGrp="1"/>
          </p:cNvSpPr>
          <p:nvPr>
            <p:ph type="title"/>
          </p:nvPr>
        </p:nvSpPr>
        <p:spPr/>
        <p:txBody>
          <a:bodyPr/>
          <a:lstStyle/>
          <a:p>
            <a:r>
              <a:rPr lang="en-US" sz="7200" dirty="0"/>
              <a:t>Flexible Subscription License – Introduction I/II </a:t>
            </a:r>
            <a:br>
              <a:rPr lang="en-US" sz="7200" dirty="0"/>
            </a:br>
            <a:endParaRPr lang="en-US" sz="7200" dirty="0"/>
          </a:p>
        </p:txBody>
      </p:sp>
      <p:sp>
        <p:nvSpPr>
          <p:cNvPr id="4" name="Text Placeholder 3">
            <a:extLst>
              <a:ext uri="{FF2B5EF4-FFF2-40B4-BE49-F238E27FC236}">
                <a16:creationId xmlns:a16="http://schemas.microsoft.com/office/drawing/2014/main" id="{AFA0ACD8-DA1F-9824-FCCF-CB320D375D5F}"/>
              </a:ext>
            </a:extLst>
          </p:cNvPr>
          <p:cNvSpPr>
            <a:spLocks noGrp="1"/>
          </p:cNvSpPr>
          <p:nvPr>
            <p:ph type="body" sz="quarter" idx="4294967295"/>
          </p:nvPr>
        </p:nvSpPr>
        <p:spPr>
          <a:xfrm>
            <a:off x="1106792" y="2535067"/>
            <a:ext cx="21002931" cy="8645864"/>
          </a:xfrm>
        </p:spPr>
        <p:txBody>
          <a:bodyPr lIns="0" tIns="0" rIns="0" bIns="0" anchor="t"/>
          <a:lstStyle/>
          <a:p>
            <a:pPr>
              <a:spcBef>
                <a:spcPts val="1200"/>
              </a:spcBef>
              <a:buSzPct val="100000"/>
            </a:pPr>
            <a:r>
              <a:rPr lang="en-US" sz="3200" b="1" dirty="0">
                <a:solidFill>
                  <a:srgbClr val="000000"/>
                </a:solidFill>
                <a:highlight>
                  <a:srgbClr val="E0E6FF"/>
                </a:highlight>
                <a:latin typeface="IBM Plex Sans" panose="020B0503050203000203" pitchFamily="34" charset="0"/>
              </a:rPr>
              <a:t>IBM HashiCorp Flexible Subscription Licenses</a:t>
            </a:r>
            <a:endParaRPr lang="en-US" sz="3200" b="1" kern="0" dirty="0">
              <a:solidFill>
                <a:srgbClr val="000000"/>
              </a:solidFill>
              <a:highlight>
                <a:srgbClr val="E0E6FF"/>
              </a:highlight>
              <a:latin typeface="IBM Plex Sans" panose="020B0503050203000203" pitchFamily="34" charset="0"/>
              <a:sym typeface="IBM Plex Sans Light"/>
            </a:endParaRPr>
          </a:p>
          <a:p>
            <a:pPr marL="443865" indent="-446405">
              <a:lnSpc>
                <a:spcPct val="100000"/>
              </a:lnSpc>
              <a:spcBef>
                <a:spcPts val="1200"/>
              </a:spcBef>
              <a:buSzPct val="100000"/>
              <a:buFont typeface="Courier New" panose="02070309020205020404" pitchFamily="49" charset="0"/>
              <a:buChar char="o"/>
              <a:defRPr/>
            </a:pPr>
            <a:r>
              <a:rPr lang="en-US" sz="2800" dirty="0">
                <a:latin typeface="IBM Plex Sans" panose="020B0503050203000203" pitchFamily="34" charset="0"/>
                <a:ea typeface="+mn-ea"/>
                <a:cs typeface="+mn-cs"/>
              </a:rPr>
              <a:t>Flexible Subscription Licenses (FSL) is a new license type for IBM HashiCorp self managed parts (= on premise software which can be downloaded and installed anywhere).</a:t>
            </a:r>
          </a:p>
          <a:p>
            <a:pPr marL="443865" indent="-446405">
              <a:lnSpc>
                <a:spcPct val="100000"/>
              </a:lnSpc>
              <a:spcBef>
                <a:spcPts val="1200"/>
              </a:spcBef>
              <a:buSzPct val="100000"/>
              <a:buFont typeface="Courier New" panose="02070309020205020404" pitchFamily="49" charset="0"/>
              <a:buChar char="o"/>
              <a:defRPr/>
            </a:pPr>
            <a:r>
              <a:rPr lang="en-US" sz="2800" dirty="0">
                <a:latin typeface="IBM Plex Sans" panose="020B0503050203000203" pitchFamily="34" charset="0"/>
                <a:ea typeface="+mn-ea"/>
                <a:cs typeface="+mn-cs"/>
              </a:rPr>
              <a:t>IBM FSL follows the approach of HashiCorp pre acquisition. Their customers who license self managed software currently can terminate for convenience.</a:t>
            </a:r>
          </a:p>
          <a:p>
            <a:pPr marL="443865" indent="-446405">
              <a:lnSpc>
                <a:spcPct val="100000"/>
              </a:lnSpc>
              <a:spcBef>
                <a:spcPts val="1200"/>
              </a:spcBef>
              <a:buSzPct val="100000"/>
              <a:buFont typeface="Courier New" panose="02070309020205020404" pitchFamily="49" charset="0"/>
              <a:buChar char="o"/>
              <a:defRPr/>
            </a:pPr>
            <a:r>
              <a:rPr lang="en-US" sz="2800" dirty="0">
                <a:latin typeface="IBM Plex Sans" panose="020B0503050203000203" pitchFamily="34" charset="0"/>
                <a:ea typeface="+mn-ea"/>
                <a:cs typeface="+mn-cs"/>
              </a:rPr>
              <a:t>Unlike standard IBM Subscription Licenses, Client may terminate IBM Flexible Subscription License term early by giving IBM at least 30 days' written notice. Client will receive a prorated credit for any whole months remaining in a prepaid term. The credit can then be applied against future purchases of IBM Software and will</a:t>
            </a:r>
            <a:r>
              <a:rPr lang="en-US" sz="2800" dirty="0">
                <a:latin typeface="IBM Plex Sans" panose="020B0503050203000203" pitchFamily="34" charset="0"/>
              </a:rPr>
              <a:t> expires 12 months after the issuance of the credit.</a:t>
            </a:r>
          </a:p>
          <a:p>
            <a:pPr marL="443865" indent="-446405">
              <a:lnSpc>
                <a:spcPct val="100000"/>
              </a:lnSpc>
              <a:spcBef>
                <a:spcPts val="1200"/>
              </a:spcBef>
              <a:buSzPct val="100000"/>
              <a:buFont typeface="Courier New" panose="02070309020205020404" pitchFamily="49" charset="0"/>
              <a:buChar char="o"/>
              <a:defRPr/>
            </a:pPr>
            <a:endParaRPr lang="en-US" sz="2800" dirty="0">
              <a:latin typeface="IBM Plex Sans" panose="020B0503050203000203" pitchFamily="34" charset="0"/>
              <a:ea typeface="+mn-ea"/>
              <a:cs typeface="+mn-cs"/>
            </a:endParaRPr>
          </a:p>
          <a:p>
            <a:pPr>
              <a:lnSpc>
                <a:spcPct val="100000"/>
              </a:lnSpc>
              <a:spcBef>
                <a:spcPts val="1200"/>
              </a:spcBef>
              <a:buSzPct val="100000"/>
              <a:defRPr/>
            </a:pPr>
            <a:endParaRPr lang="en-US" sz="2800" dirty="0">
              <a:latin typeface="IBM Plex Sans" panose="020B0503050203000203" pitchFamily="34" charset="0"/>
              <a:ea typeface="+mn-ea"/>
              <a:cs typeface="+mn-cs"/>
            </a:endParaRPr>
          </a:p>
          <a:p>
            <a:pPr>
              <a:lnSpc>
                <a:spcPct val="100000"/>
              </a:lnSpc>
              <a:spcBef>
                <a:spcPts val="1200"/>
              </a:spcBef>
              <a:buSzPct val="100000"/>
              <a:defRPr/>
            </a:pPr>
            <a:endParaRPr lang="en-US" sz="2800" dirty="0">
              <a:latin typeface="IBM Plex Sans" panose="020B0503050203000203" pitchFamily="34" charset="0"/>
              <a:ea typeface="+mn-ea"/>
              <a:cs typeface="+mn-cs"/>
            </a:endParaRPr>
          </a:p>
          <a:p>
            <a:pPr marL="443865" lvl="0" indent="-446405">
              <a:lnSpc>
                <a:spcPct val="100000"/>
              </a:lnSpc>
              <a:spcBef>
                <a:spcPts val="1200"/>
              </a:spcBef>
              <a:buSzPct val="100000"/>
              <a:buFont typeface="Courier New" panose="02070309020205020404" pitchFamily="49" charset="0"/>
              <a:buChar char="o"/>
              <a:defRPr/>
            </a:pPr>
            <a:endParaRPr lang="en-US" sz="2800" dirty="0">
              <a:latin typeface="IBM Plex Sans" panose="020B0503050203000203" pitchFamily="34" charset="0"/>
              <a:ea typeface="+mn-ea"/>
              <a:cs typeface="+mn-cs"/>
            </a:endParaRPr>
          </a:p>
          <a:p>
            <a:pPr lvl="0">
              <a:lnSpc>
                <a:spcPct val="100000"/>
              </a:lnSpc>
              <a:spcBef>
                <a:spcPts val="1200"/>
              </a:spcBef>
              <a:buSzPct val="100000"/>
              <a:defRPr/>
            </a:pPr>
            <a:endParaRPr lang="en-US" sz="2800" dirty="0">
              <a:latin typeface="IBM Plex Sans" panose="020B0503050203000203" pitchFamily="34" charset="0"/>
              <a:ea typeface="+mn-ea"/>
              <a:cs typeface="+mn-cs"/>
            </a:endParaRPr>
          </a:p>
          <a:p>
            <a:pPr>
              <a:spcBef>
                <a:spcPts val="1200"/>
              </a:spcBef>
              <a:buSzPct val="100000"/>
            </a:pPr>
            <a:endParaRPr lang="en-US" sz="2800" b="1" kern="0" dirty="0">
              <a:solidFill>
                <a:srgbClr val="000000"/>
              </a:solidFill>
              <a:highlight>
                <a:srgbClr val="E0E6FF"/>
              </a:highlight>
              <a:latin typeface="IBM Plex Sans" panose="020B0503050203000203" pitchFamily="34" charset="0"/>
              <a:sym typeface="IBM Plex Sans Light"/>
            </a:endParaRPr>
          </a:p>
        </p:txBody>
      </p:sp>
      <p:sp>
        <p:nvSpPr>
          <p:cNvPr id="5" name="TextBox 4">
            <a:extLst>
              <a:ext uri="{FF2B5EF4-FFF2-40B4-BE49-F238E27FC236}">
                <a16:creationId xmlns:a16="http://schemas.microsoft.com/office/drawing/2014/main" id="{2D7B23A2-5AFB-6172-4E8C-A5F6BF8FFFB3}"/>
              </a:ext>
            </a:extLst>
          </p:cNvPr>
          <p:cNvSpPr txBox="1"/>
          <p:nvPr/>
        </p:nvSpPr>
        <p:spPr>
          <a:xfrm>
            <a:off x="21988130" y="10528957"/>
            <a:ext cx="0" cy="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p14="http://schemas.microsoft.com/office/powerpoint/2010/main" xmlns:a16="http://schemas.microsoft.com/office/drawing/2014/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9" name="Slide Number Placeholder 8">
            <a:extLst>
              <a:ext uri="{FF2B5EF4-FFF2-40B4-BE49-F238E27FC236}">
                <a16:creationId xmlns:a16="http://schemas.microsoft.com/office/drawing/2014/main" id="{6614B789-E01B-405B-D7E1-1C18E6FCCDF5}"/>
              </a:ext>
            </a:extLst>
          </p:cNvPr>
          <p:cNvSpPr>
            <a:spLocks noGrp="1"/>
          </p:cNvSpPr>
          <p:nvPr>
            <p:ph type="sldNum" sz="quarter" idx="4"/>
          </p:nvPr>
        </p:nvSpPr>
        <p:spPr/>
        <p:txBody>
          <a:bodyPr/>
          <a:lstStyle/>
          <a:p>
            <a:fld id="{86CB4B4D-7CA3-9044-876B-883B54F8677D}" type="slidenum">
              <a:rPr lang="en-US" smtClean="0"/>
              <a:pPr/>
              <a:t>3</a:t>
            </a:fld>
            <a:endParaRPr lang="en-US" dirty="0"/>
          </a:p>
        </p:txBody>
      </p:sp>
      <p:sp>
        <p:nvSpPr>
          <p:cNvPr id="7" name="Footer Placeholder 7">
            <a:extLst>
              <a:ext uri="{FF2B5EF4-FFF2-40B4-BE49-F238E27FC236}">
                <a16:creationId xmlns:a16="http://schemas.microsoft.com/office/drawing/2014/main" id="{1B399723-0DB5-076A-5691-262B95E1B1B7}"/>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2025 IBM Corporation</a:t>
            </a:r>
          </a:p>
        </p:txBody>
      </p:sp>
      <p:graphicFrame>
        <p:nvGraphicFramePr>
          <p:cNvPr id="3" name="Table 2">
            <a:extLst>
              <a:ext uri="{FF2B5EF4-FFF2-40B4-BE49-F238E27FC236}">
                <a16:creationId xmlns:a16="http://schemas.microsoft.com/office/drawing/2014/main" id="{60C8CCB5-2D20-FA2B-F147-DD661A00BE23}"/>
              </a:ext>
            </a:extLst>
          </p:cNvPr>
          <p:cNvGraphicFramePr>
            <a:graphicFrameLocks noGrp="1"/>
          </p:cNvGraphicFramePr>
          <p:nvPr>
            <p:extLst>
              <p:ext uri="{D42A27DB-BD31-4B8C-83A1-F6EECF244321}">
                <p14:modId xmlns:p14="http://schemas.microsoft.com/office/powerpoint/2010/main" val="2366064850"/>
              </p:ext>
            </p:extLst>
          </p:nvPr>
        </p:nvGraphicFramePr>
        <p:xfrm>
          <a:off x="13190273" y="7470469"/>
          <a:ext cx="8919450" cy="4847322"/>
        </p:xfrm>
        <a:graphic>
          <a:graphicData uri="http://schemas.openxmlformats.org/drawingml/2006/table">
            <a:tbl>
              <a:tblPr firstRow="1" bandRow="1">
                <a:tableStyleId>{17292A2E-F333-43FB-9621-5CBBE7FDCDCB}</a:tableStyleId>
              </a:tblPr>
              <a:tblGrid>
                <a:gridCol w="3503423">
                  <a:extLst>
                    <a:ext uri="{9D8B030D-6E8A-4147-A177-3AD203B41FA5}">
                      <a16:colId xmlns:a16="http://schemas.microsoft.com/office/drawing/2014/main" val="942448094"/>
                    </a:ext>
                  </a:extLst>
                </a:gridCol>
                <a:gridCol w="5416027">
                  <a:extLst>
                    <a:ext uri="{9D8B030D-6E8A-4147-A177-3AD203B41FA5}">
                      <a16:colId xmlns:a16="http://schemas.microsoft.com/office/drawing/2014/main" val="3481067541"/>
                    </a:ext>
                  </a:extLst>
                </a:gridCol>
              </a:tblGrid>
              <a:tr h="553277">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2400" b="1" i="0" u="none" strike="noStrike" kern="1200" cap="none" spc="0" baseline="0" dirty="0">
                          <a:solidFill>
                            <a:schemeClr val="accent1"/>
                          </a:solidFill>
                          <a:uFillTx/>
                          <a:latin typeface="IBM Plex Sans" panose="020B0503050203000203" pitchFamily="34" charset="0"/>
                          <a:ea typeface="+mn-ea"/>
                          <a:cs typeface="+mn-cs"/>
                          <a:sym typeface="IBM Plex Sans"/>
                        </a:rPr>
                        <a:t>Offerings</a:t>
                      </a:r>
                    </a:p>
                  </a:txBody>
                  <a:tcPr marT="50800" marB="508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2400" b="1" i="0" u="none" strike="noStrike" kern="1200" cap="none" spc="0" baseline="0" dirty="0">
                          <a:solidFill>
                            <a:schemeClr val="accent1"/>
                          </a:solidFill>
                          <a:uFillTx/>
                          <a:latin typeface="IBM Plex Sans" panose="020B0503050203000203" pitchFamily="34" charset="0"/>
                          <a:ea typeface="+mn-ea"/>
                          <a:cs typeface="+mn-cs"/>
                          <a:sym typeface="IBM Plex Sans"/>
                        </a:rPr>
                        <a:t>Description</a:t>
                      </a:r>
                    </a:p>
                  </a:txBody>
                  <a:tcPr marT="50800" marB="508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672242480"/>
                  </a:ext>
                </a:extLst>
              </a:tr>
              <a:tr h="858809">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2000" b="0" i="0" u="none" strike="noStrike" cap="none" spc="0" baseline="0" noProof="0" dirty="0">
                          <a:solidFill>
                            <a:schemeClr val="tx1"/>
                          </a:solidFill>
                          <a:uFillTx/>
                          <a:latin typeface="IBM Plex Sans" panose="020B0503050203000203" pitchFamily="34" charset="0"/>
                          <a:ea typeface="+mn-ea"/>
                          <a:cs typeface="+mn-cs"/>
                          <a:sym typeface="IBM Plex Sans"/>
                        </a:rPr>
                        <a:t>             </a:t>
                      </a:r>
                      <a:r>
                        <a:rPr kumimoji="0" lang="en-US" sz="2800" b="1" i="0" u="none" strike="noStrike" kern="1200" cap="none" spc="0" normalizeH="0" baseline="0" noProof="0" dirty="0">
                          <a:ln>
                            <a:noFill/>
                          </a:ln>
                          <a:solidFill>
                            <a:srgbClr val="7030A0"/>
                          </a:solidFill>
                          <a:effectLst/>
                          <a:uLnTx/>
                          <a:uFillTx/>
                          <a:latin typeface="IBM Plex Sans" panose="020B0503050203000203" pitchFamily="34" charset="0"/>
                          <a:ea typeface="+mn-ea"/>
                          <a:cs typeface="+mn-cs"/>
                          <a:sym typeface="IBM Plex Sans Light"/>
                        </a:rPr>
                        <a:t>Terraform</a:t>
                      </a:r>
                      <a:endParaRPr lang="en-US" sz="2000" b="0" i="0" u="none" strike="noStrike" cap="none" spc="0" baseline="0" noProof="0" dirty="0">
                        <a:solidFill>
                          <a:schemeClr val="tx1"/>
                        </a:solidFill>
                        <a:uFillTx/>
                        <a:latin typeface="IBM Plex Sans" panose="020B0503050203000203" pitchFamily="34" charset="0"/>
                        <a:ea typeface="+mn-ea"/>
                        <a:cs typeface="+mn-cs"/>
                        <a:sym typeface="IBM Plex Sans"/>
                      </a:endParaRPr>
                    </a:p>
                  </a:txBody>
                  <a:tcPr marT="50800" marB="5080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noFill/>
                  </a:tcPr>
                </a:tc>
                <a:tc>
                  <a:txBody>
                    <a:bodyPr/>
                    <a:lstStyle/>
                    <a:p>
                      <a:pPr marL="0" indent="0" algn="l" rtl="0" eaLnBrk="1" fontAlgn="ctr" latinLnBrk="0" hangingPunct="1">
                        <a:buFont typeface="Trebuchet MS" panose="020B0603020202020204" pitchFamily="34" charset="0"/>
                        <a:buChar char="​"/>
                      </a:pPr>
                      <a:r>
                        <a:rPr lang="en-US" sz="2000" b="0" i="0" u="none" strike="noStrike" cap="none" spc="0" baseline="0" dirty="0">
                          <a:solidFill>
                            <a:schemeClr val="tx1"/>
                          </a:solidFill>
                          <a:uFillTx/>
                          <a:latin typeface="IBM Plex Sans" panose="020B0503050203000203" pitchFamily="34" charset="0"/>
                          <a:ea typeface="+mn-ea"/>
                          <a:cs typeface="+mn-cs"/>
                          <a:sym typeface="IBM Plex Sans"/>
                        </a:rPr>
                        <a:t>Automate infrastructure lifecycle management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9638440"/>
                  </a:ext>
                </a:extLst>
              </a:tr>
              <a:tr h="858809">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2000" b="0" i="0" u="none" strike="noStrike" cap="none" spc="0" baseline="0" noProof="0" dirty="0">
                          <a:solidFill>
                            <a:schemeClr val="tx1"/>
                          </a:solidFill>
                          <a:uFillTx/>
                          <a:latin typeface="IBM Plex Sans" panose="020B0503050203000203" pitchFamily="34" charset="0"/>
                          <a:ea typeface="+mn-ea"/>
                          <a:cs typeface="+mn-cs"/>
                          <a:sym typeface="IBM Plex Sans"/>
                        </a:rPr>
                        <a:t>             </a:t>
                      </a:r>
                      <a:r>
                        <a:rPr kumimoji="0" lang="en-US" sz="2800" b="1" i="0" u="none" strike="noStrike" kern="1200" cap="none" spc="0" normalizeH="0" baseline="0" noProof="0" dirty="0">
                          <a:ln>
                            <a:noFill/>
                          </a:ln>
                          <a:solidFill>
                            <a:srgbClr val="0BD193"/>
                          </a:solidFill>
                          <a:effectLst/>
                          <a:uLnTx/>
                          <a:uFillTx/>
                          <a:latin typeface="IBM Plex Sans" panose="020B0503050203000203" pitchFamily="34" charset="0"/>
                          <a:ea typeface="+mn-ea"/>
                          <a:cs typeface="+mn-cs"/>
                          <a:sym typeface="IBM Plex Sans Light"/>
                        </a:rPr>
                        <a:t>Nomad</a:t>
                      </a:r>
                      <a:endParaRPr lang="en-US" sz="2000" b="0" i="0" u="none" strike="noStrike" cap="none" spc="0" baseline="0" noProof="0" dirty="0">
                        <a:solidFill>
                          <a:schemeClr val="tx1"/>
                        </a:solidFill>
                        <a:uFillTx/>
                        <a:latin typeface="IBM Plex Sans" panose="020B0503050203000203" pitchFamily="34" charset="0"/>
                        <a:ea typeface="+mn-ea"/>
                        <a:cs typeface="+mn-cs"/>
                        <a:sym typeface="IBM Plex Sans"/>
                      </a:endParaRPr>
                    </a:p>
                  </a:txBody>
                  <a:tcPr marT="50800" marB="5080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lumMod val="50000"/>
                          <a:lumOff val="50000"/>
                        </a:schemeClr>
                      </a:solidFill>
                      <a:prstDash val="sysDot"/>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noFill/>
                  </a:tcPr>
                </a:tc>
                <a:tc>
                  <a:txBody>
                    <a:bodyPr/>
                    <a:lstStyle/>
                    <a:p>
                      <a:pPr marL="0" indent="0" algn="l" defTabSz="914400" rtl="0" eaLnBrk="1" fontAlgn="ctr" latinLnBrk="0" hangingPunct="1">
                        <a:buFont typeface="Trebuchet MS" panose="020B0603020202020204" pitchFamily="34" charset="0"/>
                        <a:buChar char="​"/>
                      </a:pPr>
                      <a:r>
                        <a:rPr lang="en-US" sz="2000" b="0" i="0" u="none" strike="noStrike" cap="none" spc="0" baseline="0" dirty="0">
                          <a:solidFill>
                            <a:schemeClr val="tx1"/>
                          </a:solidFill>
                          <a:uFillTx/>
                          <a:latin typeface="IBM Plex Sans" panose="020B0503050203000203" pitchFamily="34" charset="0"/>
                          <a:ea typeface="+mn-ea"/>
                          <a:cs typeface="+mn-cs"/>
                          <a:sym typeface="IBM Plex Sans"/>
                        </a:rPr>
                        <a:t>Build, deploy, release process for consistency, across platforms &amp; tools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lumMod val="50000"/>
                          <a:lumOff val="50000"/>
                        </a:schemeClr>
                      </a:solidFill>
                      <a:prstDash val="sysDot"/>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7943232"/>
                  </a:ext>
                </a:extLst>
              </a:tr>
              <a:tr h="858809">
                <a:tc>
                  <a: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lang="en-US" sz="2000" b="0" i="0" u="none" strike="noStrike" cap="none" spc="0" baseline="0" noProof="0" dirty="0">
                          <a:solidFill>
                            <a:schemeClr val="tx1"/>
                          </a:solidFill>
                          <a:uFillTx/>
                          <a:latin typeface="IBM Plex Sans" panose="020B0503050203000203" pitchFamily="34" charset="0"/>
                          <a:ea typeface="+mn-ea"/>
                          <a:cs typeface="+mn-cs"/>
                          <a:sym typeface="IBM Plex Sans"/>
                        </a:rPr>
                        <a:t>             </a:t>
                      </a:r>
                      <a:r>
                        <a:rPr kumimoji="0" lang="en-US" sz="2800" b="1" i="0" u="none" strike="noStrike" kern="1200" cap="none" spc="0" normalizeH="0" baseline="0" noProof="0" dirty="0">
                          <a:ln>
                            <a:noFill/>
                          </a:ln>
                          <a:solidFill>
                            <a:srgbClr val="F1C21B"/>
                          </a:solidFill>
                          <a:effectLst/>
                          <a:uLnTx/>
                          <a:uFillTx/>
                          <a:latin typeface="IBM Plex Sans" panose="020B0503050203000203" pitchFamily="34" charset="0"/>
                          <a:ea typeface="+mn-ea"/>
                          <a:cs typeface="+mn-cs"/>
                          <a:sym typeface="IBM Plex Sans Light"/>
                        </a:rPr>
                        <a:t>Vault</a:t>
                      </a:r>
                      <a:endParaRPr kumimoji="0" lang="en-US" sz="2400" b="1" i="0" u="none" strike="noStrike" kern="1200" cap="none" spc="0" normalizeH="0" baseline="0" noProof="0" dirty="0">
                        <a:ln>
                          <a:noFill/>
                        </a:ln>
                        <a:solidFill>
                          <a:srgbClr val="7030A0"/>
                        </a:solidFill>
                        <a:effectLst/>
                        <a:uLnTx/>
                        <a:uFillTx/>
                        <a:latin typeface="IBM Plex Sans" panose="020B0503050203000203" pitchFamily="34" charset="0"/>
                        <a:ea typeface="+mn-ea"/>
                        <a:cs typeface="+mn-cs"/>
                        <a:sym typeface="IBM Plex Sans"/>
                      </a:endParaRPr>
                    </a:p>
                  </a:txBody>
                  <a:tcPr marT="50800" marB="50800" anchor="ctr">
                    <a:lnL w="6350" cap="flat" cmpd="sng" algn="ctr">
                      <a:solidFill>
                        <a:schemeClr val="bg1"/>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tx2">
                          <a:lumMod val="50000"/>
                          <a:lumOff val="50000"/>
                        </a:schemeClr>
                      </a:solidFill>
                      <a:prstDash val="sysDot"/>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 typeface="Trebuchet MS" panose="020B0603020202020204" pitchFamily="34" charset="0"/>
                        <a:buNone/>
                        <a:tabLst/>
                        <a:defRPr/>
                      </a:pPr>
                      <a:r>
                        <a:rPr lang="en-US" sz="2000" b="0" i="0" u="none" strike="noStrike" cap="none" spc="0" baseline="0" dirty="0">
                          <a:solidFill>
                            <a:schemeClr val="tx1"/>
                          </a:solidFill>
                          <a:uFillTx/>
                          <a:latin typeface="IBM Plex Sans" panose="020B0503050203000203" pitchFamily="34" charset="0"/>
                          <a:ea typeface="+mn-ea"/>
                          <a:cs typeface="+mn-cs"/>
                          <a:sym typeface="IBM Plex Sans"/>
                        </a:rPr>
                        <a:t>Identity-based secrets and encryption management system as a service</a:t>
                      </a:r>
                    </a:p>
                  </a:txBody>
                  <a:tcPr anchor="ctr">
                    <a:lnL w="635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tx2">
                          <a:lumMod val="50000"/>
                          <a:lumOff val="50000"/>
                        </a:schemeClr>
                      </a:solidFill>
                      <a:prstDash val="sysDot"/>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9551473"/>
                  </a:ext>
                </a:extLst>
              </a:tr>
              <a:tr h="858809">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2000" b="0" i="0" u="none" strike="noStrike" cap="none" spc="0" baseline="0" noProof="0" dirty="0">
                          <a:solidFill>
                            <a:schemeClr val="tx1"/>
                          </a:solidFill>
                          <a:uFillTx/>
                          <a:latin typeface="IBM Plex Sans" panose="020B0503050203000203" pitchFamily="34" charset="0"/>
                          <a:ea typeface="+mn-ea"/>
                          <a:cs typeface="+mn-cs"/>
                          <a:sym typeface="IBM Plex Sans"/>
                        </a:rPr>
                        <a:t>             </a:t>
                      </a:r>
                      <a:r>
                        <a:rPr kumimoji="0" lang="en-US" sz="2800" b="1" i="0" u="none" strike="noStrike" kern="1200" cap="none" spc="0" normalizeH="0" baseline="0" noProof="0" dirty="0">
                          <a:ln>
                            <a:noFill/>
                          </a:ln>
                          <a:solidFill>
                            <a:srgbClr val="F34C53"/>
                          </a:solidFill>
                          <a:effectLst/>
                          <a:uLnTx/>
                          <a:uFillTx/>
                          <a:latin typeface="IBM Plex Sans" panose="020B0503050203000203" pitchFamily="34" charset="0"/>
                          <a:ea typeface="+mn-ea"/>
                          <a:cs typeface="+mn-cs"/>
                          <a:sym typeface="IBM Plex Sans Light"/>
                        </a:rPr>
                        <a:t>Boundary</a:t>
                      </a:r>
                      <a:endParaRPr lang="en-US" sz="2000" b="0" i="0" u="none" strike="noStrike" cap="none" spc="0" baseline="0" noProof="0" dirty="0">
                        <a:solidFill>
                          <a:srgbClr val="F34C53"/>
                        </a:solidFill>
                        <a:uFillTx/>
                        <a:latin typeface="IBM Plex Sans" panose="020B0503050203000203" pitchFamily="34" charset="0"/>
                        <a:ea typeface="+mn-ea"/>
                        <a:cs typeface="+mn-cs"/>
                        <a:sym typeface="IBM Plex Sans"/>
                      </a:endParaRPr>
                    </a:p>
                  </a:txBody>
                  <a:tcPr marT="50800" marB="50800" anchor="ctr">
                    <a:lnL w="6350" cap="flat" cmpd="sng" algn="ctr">
                      <a:solidFill>
                        <a:schemeClr val="bg1"/>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tx2">
                          <a:lumMod val="50000"/>
                          <a:lumOff val="50000"/>
                        </a:schemeClr>
                      </a:solidFill>
                      <a:prstDash val="sysDot"/>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 typeface="Trebuchet MS" panose="020B0603020202020204" pitchFamily="34" charset="0"/>
                        <a:buChar char="​"/>
                        <a:tabLst/>
                        <a:defRPr/>
                      </a:pPr>
                      <a:r>
                        <a:rPr lang="en-US" sz="2000" b="0" i="0" u="none" strike="noStrike" cap="none" spc="0" baseline="0" dirty="0">
                          <a:solidFill>
                            <a:schemeClr val="tx1"/>
                          </a:solidFill>
                          <a:uFillTx/>
                          <a:latin typeface="IBM Plex Sans" panose="020B0503050203000203" pitchFamily="34" charset="0"/>
                          <a:ea typeface="+mn-ea"/>
                          <a:cs typeface="+mn-cs"/>
                          <a:sym typeface="IBM Plex Sans"/>
                        </a:rPr>
                        <a:t>Secure remote access with authentication of trusted identity</a:t>
                      </a:r>
                    </a:p>
                  </a:txBody>
                  <a:tcPr anchor="ctr">
                    <a:lnL w="635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tx2">
                          <a:lumMod val="50000"/>
                          <a:lumOff val="50000"/>
                        </a:schemeClr>
                      </a:solidFill>
                      <a:prstDash val="sysDot"/>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318488"/>
                  </a:ext>
                </a:extLst>
              </a:tr>
              <a:tr h="858809">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1C21B"/>
                          </a:solidFill>
                          <a:effectLst/>
                          <a:uLnTx/>
                          <a:uFillTx/>
                          <a:latin typeface="IBM Plex Sans" panose="020B0503050203000203" pitchFamily="34" charset="0"/>
                          <a:ea typeface="+mn-ea"/>
                          <a:cs typeface="+mn-cs"/>
                          <a:sym typeface="IBM Plex Sans Light"/>
                        </a:rPr>
                        <a:t>         </a:t>
                      </a:r>
                      <a:r>
                        <a:rPr kumimoji="0" lang="en-US" sz="2800" b="1" i="0" u="none" strike="noStrike" kern="1200" cap="none" spc="0" normalizeH="0" baseline="0" noProof="0" dirty="0">
                          <a:ln>
                            <a:noFill/>
                          </a:ln>
                          <a:solidFill>
                            <a:srgbClr val="E13775"/>
                          </a:solidFill>
                          <a:effectLst/>
                          <a:uLnTx/>
                          <a:uFillTx/>
                          <a:latin typeface="IBM Plex Sans" panose="020B0503050203000203" pitchFamily="34" charset="0"/>
                          <a:ea typeface="+mn-ea"/>
                          <a:cs typeface="+mn-cs"/>
                          <a:sym typeface="IBM Plex Sans Light"/>
                        </a:rPr>
                        <a:t>Consul</a:t>
                      </a:r>
                      <a:endParaRPr kumimoji="0" lang="en-US" sz="2800" b="1" i="0" u="none" strike="noStrike" kern="1200" cap="none" spc="0" normalizeH="0" baseline="0" noProof="0" dirty="0">
                        <a:ln>
                          <a:noFill/>
                        </a:ln>
                        <a:solidFill>
                          <a:srgbClr val="E13775"/>
                        </a:solidFill>
                        <a:effectLst/>
                        <a:uLnTx/>
                        <a:uFillTx/>
                        <a:latin typeface="IBM Plex Sans" panose="020B0503050203000203" pitchFamily="34" charset="0"/>
                        <a:ea typeface="+mn-ea"/>
                        <a:cs typeface="+mn-cs"/>
                        <a:sym typeface="IBM Plex Sans"/>
                      </a:endParaRPr>
                    </a:p>
                  </a:txBody>
                  <a:tcPr marT="50800" marB="50800" anchor="ctr">
                    <a:lnL w="6350" cap="flat" cmpd="sng" algn="ctr">
                      <a:solidFill>
                        <a:schemeClr val="bg1"/>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tx2">
                          <a:lumMod val="50000"/>
                          <a:lumOff val="50000"/>
                        </a:schemeClr>
                      </a:solidFill>
                      <a:prstDash val="sysDot"/>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n-US" sz="2000" b="0" i="0" u="none" strike="noStrike" cap="none" spc="0" baseline="0" dirty="0">
                          <a:solidFill>
                            <a:schemeClr val="tx1"/>
                          </a:solidFill>
                          <a:uFillTx/>
                          <a:latin typeface="IBM Plex Sans" panose="020B0503050203000203" pitchFamily="34" charset="0"/>
                          <a:ea typeface="+mn-ea"/>
                          <a:cs typeface="+mn-cs"/>
                          <a:sym typeface="IBM Plex Sans"/>
                        </a:rPr>
                        <a:t>Enables microservices communication across distributed environments</a:t>
                      </a:r>
                    </a:p>
                  </a:txBody>
                  <a:tcPr anchor="ctr">
                    <a:lnL w="6350" cap="flat" cmpd="sng" algn="ctr">
                      <a:no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tx2">
                          <a:lumMod val="50000"/>
                          <a:lumOff val="50000"/>
                        </a:schemeClr>
                      </a:solidFill>
                      <a:prstDash val="sysDot"/>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8512079"/>
                  </a:ext>
                </a:extLst>
              </a:tr>
            </a:tbl>
          </a:graphicData>
        </a:graphic>
      </p:graphicFrame>
      <p:pic>
        <p:nvPicPr>
          <p:cNvPr id="8" name="Picture 7">
            <a:extLst>
              <a:ext uri="{FF2B5EF4-FFF2-40B4-BE49-F238E27FC236}">
                <a16:creationId xmlns:a16="http://schemas.microsoft.com/office/drawing/2014/main" id="{5CF61842-69DA-6210-5F53-6854548DC535}"/>
              </a:ext>
            </a:extLst>
          </p:cNvPr>
          <p:cNvPicPr>
            <a:picLocks noChangeAspect="1"/>
          </p:cNvPicPr>
          <p:nvPr/>
        </p:nvPicPr>
        <p:blipFill>
          <a:blip r:embed="rId2"/>
          <a:stretch>
            <a:fillRect/>
          </a:stretch>
        </p:blipFill>
        <p:spPr>
          <a:xfrm>
            <a:off x="13209062" y="9916124"/>
            <a:ext cx="752475" cy="732409"/>
          </a:xfrm>
          <a:prstGeom prst="rect">
            <a:avLst/>
          </a:prstGeom>
        </p:spPr>
      </p:pic>
      <p:pic>
        <p:nvPicPr>
          <p:cNvPr id="10" name="Picture 9">
            <a:extLst>
              <a:ext uri="{FF2B5EF4-FFF2-40B4-BE49-F238E27FC236}">
                <a16:creationId xmlns:a16="http://schemas.microsoft.com/office/drawing/2014/main" id="{9232AE81-7C5D-8F0D-6766-7D2DD0EA208D}"/>
              </a:ext>
            </a:extLst>
          </p:cNvPr>
          <p:cNvPicPr>
            <a:picLocks noChangeAspect="1"/>
          </p:cNvPicPr>
          <p:nvPr/>
        </p:nvPicPr>
        <p:blipFill>
          <a:blip r:embed="rId3"/>
          <a:stretch>
            <a:fillRect/>
          </a:stretch>
        </p:blipFill>
        <p:spPr>
          <a:xfrm>
            <a:off x="13261309" y="9020680"/>
            <a:ext cx="629959" cy="677205"/>
          </a:xfrm>
          <a:prstGeom prst="rect">
            <a:avLst/>
          </a:prstGeom>
        </p:spPr>
      </p:pic>
      <p:pic>
        <p:nvPicPr>
          <p:cNvPr id="11" name="Picture 10">
            <a:extLst>
              <a:ext uri="{FF2B5EF4-FFF2-40B4-BE49-F238E27FC236}">
                <a16:creationId xmlns:a16="http://schemas.microsoft.com/office/drawing/2014/main" id="{E8F1308C-C83E-5AEF-E1FD-940F119F3DCD}"/>
              </a:ext>
            </a:extLst>
          </p:cNvPr>
          <p:cNvPicPr>
            <a:picLocks noChangeAspect="1"/>
          </p:cNvPicPr>
          <p:nvPr/>
        </p:nvPicPr>
        <p:blipFill>
          <a:blip r:embed="rId4"/>
          <a:stretch>
            <a:fillRect/>
          </a:stretch>
        </p:blipFill>
        <p:spPr>
          <a:xfrm>
            <a:off x="13240016" y="10823790"/>
            <a:ext cx="639064" cy="621792"/>
          </a:xfrm>
          <a:prstGeom prst="rect">
            <a:avLst/>
          </a:prstGeom>
        </p:spPr>
      </p:pic>
      <p:pic>
        <p:nvPicPr>
          <p:cNvPr id="12" name="Picture 11">
            <a:extLst>
              <a:ext uri="{FF2B5EF4-FFF2-40B4-BE49-F238E27FC236}">
                <a16:creationId xmlns:a16="http://schemas.microsoft.com/office/drawing/2014/main" id="{3E609013-2E35-AE7C-ED38-22EA751C78B1}"/>
              </a:ext>
            </a:extLst>
          </p:cNvPr>
          <p:cNvPicPr>
            <a:picLocks noChangeAspect="1"/>
          </p:cNvPicPr>
          <p:nvPr/>
        </p:nvPicPr>
        <p:blipFill>
          <a:blip r:embed="rId5"/>
          <a:stretch>
            <a:fillRect/>
          </a:stretch>
        </p:blipFill>
        <p:spPr>
          <a:xfrm>
            <a:off x="13244080" y="11700213"/>
            <a:ext cx="635000" cy="615950"/>
          </a:xfrm>
          <a:prstGeom prst="rect">
            <a:avLst/>
          </a:prstGeom>
        </p:spPr>
      </p:pic>
      <p:pic>
        <p:nvPicPr>
          <p:cNvPr id="13" name="Picture 12">
            <a:extLst>
              <a:ext uri="{FF2B5EF4-FFF2-40B4-BE49-F238E27FC236}">
                <a16:creationId xmlns:a16="http://schemas.microsoft.com/office/drawing/2014/main" id="{A5F6587A-FC75-702C-C818-FA6DA226FF13}"/>
              </a:ext>
            </a:extLst>
          </p:cNvPr>
          <p:cNvPicPr>
            <a:picLocks noChangeAspect="1"/>
          </p:cNvPicPr>
          <p:nvPr/>
        </p:nvPicPr>
        <p:blipFill>
          <a:blip r:embed="rId6"/>
          <a:stretch>
            <a:fillRect/>
          </a:stretch>
        </p:blipFill>
        <p:spPr>
          <a:xfrm>
            <a:off x="13196827" y="8143692"/>
            <a:ext cx="673227" cy="658749"/>
          </a:xfrm>
          <a:prstGeom prst="rect">
            <a:avLst/>
          </a:prstGeom>
        </p:spPr>
      </p:pic>
      <p:sp>
        <p:nvSpPr>
          <p:cNvPr id="14" name="Text Placeholder 3">
            <a:extLst>
              <a:ext uri="{FF2B5EF4-FFF2-40B4-BE49-F238E27FC236}">
                <a16:creationId xmlns:a16="http://schemas.microsoft.com/office/drawing/2014/main" id="{1FCF0A72-C398-2C5F-1330-29A0D13B9F26}"/>
              </a:ext>
            </a:extLst>
          </p:cNvPr>
          <p:cNvSpPr txBox="1">
            <a:spLocks/>
          </p:cNvSpPr>
          <p:nvPr/>
        </p:nvSpPr>
        <p:spPr>
          <a:xfrm>
            <a:off x="8254635" y="7778390"/>
            <a:ext cx="3938952" cy="39218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p14="http://schemas.microsoft.com/office/powerpoint/2010/main" xmlns:a16="http://schemas.microsoft.com/office/drawing/2014/main"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lgn="r">
              <a:spcBef>
                <a:spcPts val="1200"/>
              </a:spcBef>
              <a:buSzPct val="100000"/>
            </a:pPr>
            <a:r>
              <a:rPr lang="en-US" sz="2800" kern="0" dirty="0">
                <a:solidFill>
                  <a:srgbClr val="002060"/>
                </a:solidFill>
                <a:latin typeface="IBM Plex Sans" panose="020B0503050203000203" pitchFamily="34" charset="0"/>
                <a:ea typeface="+mn-ea"/>
                <a:cs typeface="+mn-cs"/>
              </a:rPr>
              <a:t>IBM HashiCorp Self Managed Offerings with Flexible Subscription License types.</a:t>
            </a:r>
          </a:p>
          <a:p>
            <a:pPr algn="r">
              <a:spcBef>
                <a:spcPts val="1200"/>
              </a:spcBef>
              <a:buSzPct val="100000"/>
            </a:pPr>
            <a:r>
              <a:rPr lang="en-US" sz="2800" kern="0" dirty="0">
                <a:solidFill>
                  <a:srgbClr val="002060"/>
                </a:solidFill>
                <a:latin typeface="IBM Plex Sans" panose="020B0503050203000203" pitchFamily="34" charset="0"/>
                <a:ea typeface="+mn-ea"/>
                <a:cs typeface="+mn-cs"/>
                <a:hlinkClick r:id="rId7"/>
              </a:rPr>
              <a:t>HashiCorp Parts and Pricing Deck on Seismic</a:t>
            </a:r>
            <a:endParaRPr lang="en-US" sz="2800" kern="0" dirty="0">
              <a:solidFill>
                <a:srgbClr val="002060"/>
              </a:solidFill>
              <a:latin typeface="IBM Plex Sans" panose="020B0503050203000203" pitchFamily="34" charset="0"/>
              <a:ea typeface="+mn-ea"/>
              <a:cs typeface="+mn-cs"/>
            </a:endParaRPr>
          </a:p>
          <a:p>
            <a:pPr>
              <a:lnSpc>
                <a:spcPct val="100000"/>
              </a:lnSpc>
              <a:spcBef>
                <a:spcPts val="1200"/>
              </a:spcBef>
              <a:buSzPct val="100000"/>
              <a:defRPr/>
            </a:pPr>
            <a:endParaRPr lang="en-US" sz="2800" kern="0" dirty="0">
              <a:latin typeface="IBM Plex Sans" panose="020B0503050203000203" pitchFamily="34" charset="0"/>
              <a:ea typeface="+mn-ea"/>
              <a:cs typeface="+mn-cs"/>
            </a:endParaRPr>
          </a:p>
          <a:p>
            <a:pPr>
              <a:lnSpc>
                <a:spcPct val="100000"/>
              </a:lnSpc>
              <a:spcBef>
                <a:spcPts val="1200"/>
              </a:spcBef>
              <a:buSzPct val="100000"/>
              <a:defRPr/>
            </a:pPr>
            <a:endParaRPr lang="en-US" sz="2800" kern="0" dirty="0">
              <a:latin typeface="IBM Plex Sans" panose="020B0503050203000203" pitchFamily="34" charset="0"/>
              <a:ea typeface="+mn-ea"/>
              <a:cs typeface="+mn-cs"/>
            </a:endParaRPr>
          </a:p>
          <a:p>
            <a:pPr marL="443865" indent="-446405">
              <a:lnSpc>
                <a:spcPct val="100000"/>
              </a:lnSpc>
              <a:spcBef>
                <a:spcPts val="1200"/>
              </a:spcBef>
              <a:buSzPct val="100000"/>
              <a:buFont typeface="Courier New" panose="02070309020205020404" pitchFamily="49" charset="0"/>
              <a:buChar char="o"/>
              <a:defRPr/>
            </a:pPr>
            <a:endParaRPr lang="en-US" sz="2800" kern="0" dirty="0">
              <a:latin typeface="IBM Plex Sans" panose="020B0503050203000203" pitchFamily="34" charset="0"/>
              <a:ea typeface="+mn-ea"/>
              <a:cs typeface="+mn-cs"/>
            </a:endParaRPr>
          </a:p>
          <a:p>
            <a:pPr>
              <a:lnSpc>
                <a:spcPct val="100000"/>
              </a:lnSpc>
              <a:spcBef>
                <a:spcPts val="1200"/>
              </a:spcBef>
              <a:buSzPct val="100000"/>
              <a:defRPr/>
            </a:pPr>
            <a:endParaRPr lang="en-US" sz="2800" kern="0" dirty="0">
              <a:latin typeface="IBM Plex Sans" panose="020B0503050203000203" pitchFamily="34" charset="0"/>
              <a:ea typeface="+mn-ea"/>
              <a:cs typeface="+mn-cs"/>
            </a:endParaRPr>
          </a:p>
          <a:p>
            <a:pPr>
              <a:spcBef>
                <a:spcPts val="1200"/>
              </a:spcBef>
              <a:buSzPct val="100000"/>
            </a:pPr>
            <a:endParaRPr lang="en-US" sz="2800" b="1" kern="0" dirty="0">
              <a:solidFill>
                <a:srgbClr val="000000"/>
              </a:solidFill>
              <a:highlight>
                <a:srgbClr val="E0E6FF"/>
              </a:highlight>
              <a:latin typeface="IBM Plex Sans" panose="020B0503050203000203" pitchFamily="34" charset="0"/>
            </a:endParaRPr>
          </a:p>
        </p:txBody>
      </p:sp>
    </p:spTree>
    <p:extLst>
      <p:ext uri="{BB962C8B-B14F-4D97-AF65-F5344CB8AC3E}">
        <p14:creationId xmlns:p14="http://schemas.microsoft.com/office/powerpoint/2010/main" val="122130066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85A07-9E8C-CEB6-B1A5-21F741FFE0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30015-B2E0-A83A-CA7A-6DAABA97141B}"/>
              </a:ext>
            </a:extLst>
          </p:cNvPr>
          <p:cNvSpPr>
            <a:spLocks noGrp="1"/>
          </p:cNvSpPr>
          <p:nvPr>
            <p:ph type="title"/>
          </p:nvPr>
        </p:nvSpPr>
        <p:spPr/>
        <p:txBody>
          <a:bodyPr/>
          <a:lstStyle/>
          <a:p>
            <a:r>
              <a:rPr lang="en-US" sz="7200" dirty="0"/>
              <a:t>Flexible Subscription License – Introduction II/II</a:t>
            </a:r>
          </a:p>
        </p:txBody>
      </p:sp>
      <p:sp>
        <p:nvSpPr>
          <p:cNvPr id="4" name="Text Placeholder 3">
            <a:extLst>
              <a:ext uri="{FF2B5EF4-FFF2-40B4-BE49-F238E27FC236}">
                <a16:creationId xmlns:a16="http://schemas.microsoft.com/office/drawing/2014/main" id="{F66E0670-1A48-2720-55FC-1240B30009AB}"/>
              </a:ext>
            </a:extLst>
          </p:cNvPr>
          <p:cNvSpPr>
            <a:spLocks noGrp="1"/>
          </p:cNvSpPr>
          <p:nvPr>
            <p:ph type="body" sz="quarter" idx="4294967295"/>
          </p:nvPr>
        </p:nvSpPr>
        <p:spPr>
          <a:xfrm>
            <a:off x="1106792" y="2535067"/>
            <a:ext cx="21002931" cy="8645864"/>
          </a:xfrm>
        </p:spPr>
        <p:txBody>
          <a:bodyPr lIns="0" tIns="0" rIns="0" bIns="0" anchor="t"/>
          <a:lstStyle/>
          <a:p>
            <a:pPr>
              <a:spcBef>
                <a:spcPts val="1200"/>
              </a:spcBef>
              <a:buSzPct val="100000"/>
            </a:pPr>
            <a:r>
              <a:rPr lang="en-US" sz="3200" b="1" dirty="0">
                <a:solidFill>
                  <a:srgbClr val="000000"/>
                </a:solidFill>
                <a:highlight>
                  <a:srgbClr val="E0E6FF"/>
                </a:highlight>
                <a:latin typeface="IBM Plex Sans" panose="020B0503050203000203" pitchFamily="34" charset="0"/>
              </a:rPr>
              <a:t>IBM HashiCorp Flexible Subscription Licenses</a:t>
            </a:r>
            <a:endParaRPr lang="en-US" sz="3200" b="1" kern="0" dirty="0">
              <a:solidFill>
                <a:srgbClr val="000000"/>
              </a:solidFill>
              <a:highlight>
                <a:srgbClr val="E0E6FF"/>
              </a:highlight>
              <a:latin typeface="IBM Plex Sans" panose="020B0503050203000203" pitchFamily="34" charset="0"/>
              <a:sym typeface="IBM Plex Sans Light"/>
            </a:endParaRPr>
          </a:p>
          <a:p>
            <a:pPr>
              <a:lnSpc>
                <a:spcPct val="100000"/>
              </a:lnSpc>
              <a:spcBef>
                <a:spcPts val="1200"/>
              </a:spcBef>
              <a:buSzPct val="100000"/>
              <a:defRPr/>
            </a:pPr>
            <a:endParaRPr lang="en-US" sz="2800" dirty="0">
              <a:latin typeface="IBM Plex Sans" panose="020B0503050203000203" pitchFamily="34" charset="0"/>
              <a:ea typeface="+mn-ea"/>
              <a:cs typeface="+mn-cs"/>
            </a:endParaRPr>
          </a:p>
          <a:p>
            <a:pPr marL="443865" indent="-446405">
              <a:lnSpc>
                <a:spcPct val="100000"/>
              </a:lnSpc>
              <a:spcBef>
                <a:spcPts val="1200"/>
              </a:spcBef>
              <a:buSzPct val="100000"/>
              <a:buFont typeface="Courier New" panose="02070309020205020404" pitchFamily="49" charset="0"/>
              <a:buChar char="o"/>
              <a:defRPr/>
            </a:pPr>
            <a:r>
              <a:rPr lang="en-US" sz="2800" dirty="0">
                <a:latin typeface="IBM Plex Sans" panose="020B0503050203000203" pitchFamily="34" charset="0"/>
                <a:ea typeface="+mn-ea"/>
                <a:cs typeface="+mn-cs"/>
              </a:rPr>
              <a:t>Flexible Subscription Licenses, behave from an ordering perspective like the standard IBM Subscription License model (ordered with D parts only), but FSL are cancellable. Refer to the FSL T&amp;Cs on the next page.</a:t>
            </a:r>
          </a:p>
          <a:p>
            <a:pPr marL="443865" indent="-446405">
              <a:lnSpc>
                <a:spcPct val="100000"/>
              </a:lnSpc>
              <a:spcBef>
                <a:spcPts val="1200"/>
              </a:spcBef>
              <a:buSzPct val="100000"/>
              <a:buFont typeface="Courier New" panose="02070309020205020404" pitchFamily="49" charset="0"/>
              <a:buChar char="o"/>
              <a:defRPr/>
            </a:pPr>
            <a:endParaRPr lang="en-US" sz="2800" dirty="0">
              <a:latin typeface="IBM Plex Sans" panose="020B0503050203000203" pitchFamily="34" charset="0"/>
              <a:ea typeface="+mn-ea"/>
              <a:cs typeface="+mn-cs"/>
            </a:endParaRPr>
          </a:p>
          <a:p>
            <a:pPr marL="443865" indent="-446405">
              <a:lnSpc>
                <a:spcPct val="100000"/>
              </a:lnSpc>
              <a:spcBef>
                <a:spcPts val="1200"/>
              </a:spcBef>
              <a:buSzPct val="100000"/>
              <a:buFont typeface="Courier New" panose="02070309020205020404" pitchFamily="49" charset="0"/>
              <a:buChar char="o"/>
              <a:defRPr/>
            </a:pPr>
            <a:r>
              <a:rPr lang="en-US" sz="2800" dirty="0">
                <a:latin typeface="IBM Plex Sans" panose="020B0503050203000203" pitchFamily="34" charset="0"/>
                <a:ea typeface="+mn-ea"/>
                <a:cs typeface="+mn-cs"/>
              </a:rPr>
              <a:t>FSL transactions are set to Terminate at End of Term, with Billing frequency as Annual or Upfront, and an End date is end of month – 1.</a:t>
            </a:r>
          </a:p>
          <a:p>
            <a:pPr marL="443865" indent="-446405">
              <a:lnSpc>
                <a:spcPct val="100000"/>
              </a:lnSpc>
              <a:spcBef>
                <a:spcPts val="1200"/>
              </a:spcBef>
              <a:buSzPct val="100000"/>
              <a:buFont typeface="Courier New" panose="02070309020205020404" pitchFamily="49" charset="0"/>
              <a:buChar char="o"/>
              <a:defRPr/>
            </a:pPr>
            <a:endParaRPr lang="en-US" sz="2800" dirty="0">
              <a:latin typeface="IBM Plex Sans" panose="020B0503050203000203" pitchFamily="34" charset="0"/>
              <a:ea typeface="+mn-ea"/>
              <a:cs typeface="+mn-cs"/>
            </a:endParaRPr>
          </a:p>
          <a:p>
            <a:pPr marL="443865" indent="-446405">
              <a:lnSpc>
                <a:spcPct val="100000"/>
              </a:lnSpc>
              <a:spcBef>
                <a:spcPts val="1200"/>
              </a:spcBef>
              <a:buSzPct val="100000"/>
              <a:buFont typeface="Courier New" panose="02070309020205020404" pitchFamily="49" charset="0"/>
              <a:buChar char="o"/>
              <a:defRPr/>
            </a:pPr>
            <a:r>
              <a:rPr lang="en-US" sz="2800" dirty="0">
                <a:latin typeface="IBM Plex Sans" panose="020B0503050203000203" pitchFamily="34" charset="0"/>
                <a:ea typeface="+mn-ea"/>
                <a:cs typeface="+mn-cs"/>
              </a:rPr>
              <a:t>There is a difference in the Bill of Material (BOM) revenue split. Where the non-cancellable Subscription License allocate a % of the TCV to the License and to the S&amp;S. The FSL has no transactional revenue and all revenue is ratable.</a:t>
            </a:r>
            <a:endParaRPr lang="en-US" sz="2800" dirty="0"/>
          </a:p>
          <a:p>
            <a:pPr>
              <a:lnSpc>
                <a:spcPct val="100000"/>
              </a:lnSpc>
              <a:spcBef>
                <a:spcPts val="1200"/>
              </a:spcBef>
              <a:buSzPct val="100000"/>
              <a:defRPr/>
            </a:pPr>
            <a:endParaRPr lang="en-US" sz="2800" dirty="0">
              <a:latin typeface="IBM Plex Sans" panose="020B0503050203000203" pitchFamily="34" charset="0"/>
              <a:ea typeface="+mn-ea"/>
              <a:cs typeface="+mn-cs"/>
            </a:endParaRPr>
          </a:p>
          <a:p>
            <a:pPr lvl="0">
              <a:lnSpc>
                <a:spcPct val="100000"/>
              </a:lnSpc>
              <a:spcBef>
                <a:spcPts val="1200"/>
              </a:spcBef>
              <a:buSzPct val="100000"/>
              <a:defRPr/>
            </a:pPr>
            <a:r>
              <a:rPr lang="en-US" sz="2800" dirty="0">
                <a:latin typeface="IBM Plex Sans" panose="020B0503050203000203" pitchFamily="34" charset="0"/>
                <a:ea typeface="+mn-ea"/>
                <a:cs typeface="+mn-cs"/>
                <a:hlinkClick r:id="rId2"/>
              </a:rPr>
              <a:t>Source</a:t>
            </a:r>
            <a:endParaRPr lang="en-US" sz="2800" dirty="0">
              <a:latin typeface="IBM Plex Sans" panose="020B0503050203000203" pitchFamily="34" charset="0"/>
              <a:ea typeface="+mn-ea"/>
              <a:cs typeface="+mn-cs"/>
            </a:endParaRPr>
          </a:p>
          <a:p>
            <a:pPr lvl="0">
              <a:lnSpc>
                <a:spcPct val="100000"/>
              </a:lnSpc>
              <a:spcBef>
                <a:spcPts val="1200"/>
              </a:spcBef>
              <a:buSzPct val="100000"/>
              <a:defRPr/>
            </a:pPr>
            <a:endParaRPr lang="en-US" sz="2800" dirty="0">
              <a:latin typeface="IBM Plex Sans" panose="020B0503050203000203" pitchFamily="34" charset="0"/>
              <a:ea typeface="+mn-ea"/>
              <a:cs typeface="+mn-cs"/>
            </a:endParaRPr>
          </a:p>
          <a:p>
            <a:pPr>
              <a:spcBef>
                <a:spcPts val="1200"/>
              </a:spcBef>
              <a:buSzPct val="100000"/>
            </a:pPr>
            <a:endParaRPr lang="en-US" sz="2800" b="1" kern="0" dirty="0">
              <a:solidFill>
                <a:srgbClr val="000000"/>
              </a:solidFill>
              <a:highlight>
                <a:srgbClr val="E0E6FF"/>
              </a:highlight>
              <a:latin typeface="IBM Plex Sans" panose="020B0503050203000203" pitchFamily="34" charset="0"/>
              <a:sym typeface="IBM Plex Sans Light"/>
            </a:endParaRPr>
          </a:p>
        </p:txBody>
      </p:sp>
      <p:sp>
        <p:nvSpPr>
          <p:cNvPr id="5" name="TextBox 4">
            <a:extLst>
              <a:ext uri="{FF2B5EF4-FFF2-40B4-BE49-F238E27FC236}">
                <a16:creationId xmlns:a16="http://schemas.microsoft.com/office/drawing/2014/main" id="{9232CDB9-378F-9215-9FA4-FA58426DDABF}"/>
              </a:ext>
            </a:extLst>
          </p:cNvPr>
          <p:cNvSpPr txBox="1"/>
          <p:nvPr/>
        </p:nvSpPr>
        <p:spPr>
          <a:xfrm>
            <a:off x="21988130" y="10271051"/>
            <a:ext cx="0" cy="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p14="http://schemas.microsoft.com/office/powerpoint/2010/main" xmlns:a16="http://schemas.microsoft.com/office/drawing/2014/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9" name="Slide Number Placeholder 8">
            <a:extLst>
              <a:ext uri="{FF2B5EF4-FFF2-40B4-BE49-F238E27FC236}">
                <a16:creationId xmlns:a16="http://schemas.microsoft.com/office/drawing/2014/main" id="{AECEFB9B-8F5E-62C8-0E1B-CE5ADBC685A3}"/>
              </a:ext>
            </a:extLst>
          </p:cNvPr>
          <p:cNvSpPr>
            <a:spLocks noGrp="1"/>
          </p:cNvSpPr>
          <p:nvPr>
            <p:ph type="sldNum" sz="quarter" idx="4"/>
          </p:nvPr>
        </p:nvSpPr>
        <p:spPr/>
        <p:txBody>
          <a:bodyPr/>
          <a:lstStyle/>
          <a:p>
            <a:fld id="{86CB4B4D-7CA3-9044-876B-883B54F8677D}" type="slidenum">
              <a:rPr lang="en-US" smtClean="0"/>
              <a:pPr/>
              <a:t>4</a:t>
            </a:fld>
            <a:endParaRPr lang="en-US" dirty="0"/>
          </a:p>
        </p:txBody>
      </p:sp>
      <p:sp>
        <p:nvSpPr>
          <p:cNvPr id="7" name="Footer Placeholder 7">
            <a:extLst>
              <a:ext uri="{FF2B5EF4-FFF2-40B4-BE49-F238E27FC236}">
                <a16:creationId xmlns:a16="http://schemas.microsoft.com/office/drawing/2014/main" id="{965D266C-0C6A-CC46-B28D-1F6F7AA391D2}"/>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2025 IBM Corporation</a:t>
            </a:r>
          </a:p>
        </p:txBody>
      </p:sp>
    </p:spTree>
    <p:extLst>
      <p:ext uri="{BB962C8B-B14F-4D97-AF65-F5344CB8AC3E}">
        <p14:creationId xmlns:p14="http://schemas.microsoft.com/office/powerpoint/2010/main" val="372026591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8ED33-2B0D-E1C8-1214-94B6B9B38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97B3E-4B2C-D402-2DB7-6155FB0789B1}"/>
              </a:ext>
            </a:extLst>
          </p:cNvPr>
          <p:cNvSpPr>
            <a:spLocks noGrp="1"/>
          </p:cNvSpPr>
          <p:nvPr>
            <p:ph type="title"/>
          </p:nvPr>
        </p:nvSpPr>
        <p:spPr/>
        <p:txBody>
          <a:bodyPr/>
          <a:lstStyle/>
          <a:p>
            <a:r>
              <a:rPr lang="en-US" sz="7200" dirty="0"/>
              <a:t>Flexible Subscription License T&amp;Cs</a:t>
            </a:r>
            <a:br>
              <a:rPr lang="en-US" sz="7200" dirty="0"/>
            </a:br>
            <a:br>
              <a:rPr lang="en-US" sz="7200" dirty="0"/>
            </a:br>
            <a:endParaRPr lang="en-US" sz="7200" dirty="0"/>
          </a:p>
        </p:txBody>
      </p:sp>
      <p:sp>
        <p:nvSpPr>
          <p:cNvPr id="4" name="Text Placeholder 3">
            <a:extLst>
              <a:ext uri="{FF2B5EF4-FFF2-40B4-BE49-F238E27FC236}">
                <a16:creationId xmlns:a16="http://schemas.microsoft.com/office/drawing/2014/main" id="{0395C867-9639-B905-10B7-2B66AF64E8BD}"/>
              </a:ext>
            </a:extLst>
          </p:cNvPr>
          <p:cNvSpPr>
            <a:spLocks noGrp="1"/>
          </p:cNvSpPr>
          <p:nvPr>
            <p:ph type="body" sz="quarter" idx="4294967295"/>
          </p:nvPr>
        </p:nvSpPr>
        <p:spPr>
          <a:xfrm>
            <a:off x="1106792" y="2535067"/>
            <a:ext cx="6489761" cy="8645864"/>
          </a:xfrm>
        </p:spPr>
        <p:txBody>
          <a:bodyPr lIns="0" tIns="0" rIns="0" bIns="0" anchor="t"/>
          <a:lstStyle/>
          <a:p>
            <a:pPr>
              <a:spcBef>
                <a:spcPts val="1200"/>
              </a:spcBef>
              <a:buSzPct val="100000"/>
            </a:pPr>
            <a:r>
              <a:rPr lang="en-US" sz="3200" b="1" dirty="0">
                <a:solidFill>
                  <a:srgbClr val="000000"/>
                </a:solidFill>
                <a:highlight>
                  <a:srgbClr val="E0E6FF"/>
                </a:highlight>
                <a:latin typeface="IBM Plex Sans" panose="020B0503050203000203" pitchFamily="34" charset="0"/>
              </a:rPr>
              <a:t>T&amp;Cs</a:t>
            </a:r>
            <a:endParaRPr lang="en-US" sz="3200" b="1" kern="0" dirty="0">
              <a:solidFill>
                <a:srgbClr val="000000"/>
              </a:solidFill>
              <a:highlight>
                <a:srgbClr val="E0E6FF"/>
              </a:highlight>
              <a:latin typeface="IBM Plex Sans" panose="020B0503050203000203" pitchFamily="34" charset="0"/>
              <a:sym typeface="IBM Plex Sans Light"/>
            </a:endParaRPr>
          </a:p>
          <a:p>
            <a:pPr marL="443865" marR="0" lvl="0" indent="-446405" algn="l" defTabSz="2438400" rtl="0" eaLnBrk="1" fontAlgn="auto" latinLnBrk="0" hangingPunct="1">
              <a:lnSpc>
                <a:spcPct val="100000"/>
              </a:lnSpc>
              <a:spcBef>
                <a:spcPts val="1200"/>
              </a:spcBef>
              <a:spcAft>
                <a:spcPts val="0"/>
              </a:spcAft>
              <a:buClrTx/>
              <a:buSzPct val="100000"/>
              <a:buFont typeface="Courier New" panose="02070309020205020404" pitchFamily="49" charset="0"/>
              <a:buChar char="o"/>
              <a:tabLst/>
              <a:defRPr/>
            </a:pPr>
            <a:r>
              <a:rPr lang="en-US" sz="2800" dirty="0">
                <a:latin typeface="IBM Plex Sans" panose="020B0503050203000203" pitchFamily="34" charset="0"/>
                <a:ea typeface="+mn-ea"/>
                <a:cs typeface="+mn-cs"/>
              </a:rPr>
              <a:t>Quotes created in IBM Quoting for IBM HashiCorp Self-Managed Subscription will include link to IBM Flexible Subscription License Attachment.</a:t>
            </a:r>
          </a:p>
          <a:p>
            <a:pPr marL="443865" marR="0" lvl="0" indent="-446405" algn="l" defTabSz="2438400" rtl="0" eaLnBrk="1" fontAlgn="auto" latinLnBrk="0" hangingPunct="1">
              <a:lnSpc>
                <a:spcPct val="100000"/>
              </a:lnSpc>
              <a:spcBef>
                <a:spcPts val="1200"/>
              </a:spcBef>
              <a:spcAft>
                <a:spcPts val="0"/>
              </a:spcAft>
              <a:buClrTx/>
              <a:buSzPct val="100000"/>
              <a:buFont typeface="Courier New" panose="02070309020205020404" pitchFamily="49" charset="0"/>
              <a:buChar char="o"/>
              <a:tabLst/>
              <a:defRPr/>
            </a:pPr>
            <a:r>
              <a:rPr lang="en-US" sz="2800" dirty="0">
                <a:latin typeface="IBM Plex Sans" panose="020B0503050203000203" pitchFamily="34" charset="0"/>
                <a:ea typeface="+mn-ea"/>
                <a:cs typeface="+mn-cs"/>
                <a:hlinkClick r:id="rId2"/>
              </a:rPr>
              <a:t>Link to IBM Terms</a:t>
            </a:r>
            <a:endParaRPr lang="en-US" sz="2800" dirty="0">
              <a:latin typeface="IBM Plex Sans" panose="020B0503050203000203" pitchFamily="34" charset="0"/>
              <a:ea typeface="+mn-ea"/>
              <a:cs typeface="+mn-cs"/>
            </a:endParaRPr>
          </a:p>
          <a:p>
            <a:pPr>
              <a:spcBef>
                <a:spcPts val="1200"/>
              </a:spcBef>
              <a:buSzPct val="100000"/>
            </a:pPr>
            <a:endParaRPr lang="en-US" sz="2800" b="1" kern="0" dirty="0">
              <a:solidFill>
                <a:srgbClr val="000000"/>
              </a:solidFill>
              <a:highlight>
                <a:srgbClr val="E0E6FF"/>
              </a:highlight>
              <a:latin typeface="IBM Plex Sans" panose="020B0503050203000203" pitchFamily="34" charset="0"/>
              <a:sym typeface="IBM Plex Sans Light"/>
            </a:endParaRPr>
          </a:p>
          <a:p>
            <a:pPr>
              <a:lnSpc>
                <a:spcPct val="100000"/>
              </a:lnSpc>
              <a:spcBef>
                <a:spcPts val="1200"/>
              </a:spcBef>
              <a:buSzPct val="100000"/>
              <a:defRPr/>
            </a:pPr>
            <a:endParaRPr lang="en-US" sz="2800" b="1" kern="0" dirty="0">
              <a:solidFill>
                <a:srgbClr val="000000"/>
              </a:solidFill>
              <a:highlight>
                <a:srgbClr val="E0E6FF"/>
              </a:highlight>
              <a:latin typeface="IBM Plex Sans" panose="020B0503050203000203" pitchFamily="34" charset="0"/>
              <a:sym typeface="IBM Plex Sans Light"/>
            </a:endParaRPr>
          </a:p>
        </p:txBody>
      </p:sp>
      <p:sp>
        <p:nvSpPr>
          <p:cNvPr id="5" name="TextBox 4">
            <a:extLst>
              <a:ext uri="{FF2B5EF4-FFF2-40B4-BE49-F238E27FC236}">
                <a16:creationId xmlns:a16="http://schemas.microsoft.com/office/drawing/2014/main" id="{FBB99847-0DBC-0E8B-0810-82977DC03EE4}"/>
              </a:ext>
            </a:extLst>
          </p:cNvPr>
          <p:cNvSpPr txBox="1"/>
          <p:nvPr/>
        </p:nvSpPr>
        <p:spPr>
          <a:xfrm>
            <a:off x="21988130" y="10271051"/>
            <a:ext cx="0" cy="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p14="http://schemas.microsoft.com/office/powerpoint/2010/main" xmlns:a16="http://schemas.microsoft.com/office/drawing/2014/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9" name="Slide Number Placeholder 8">
            <a:extLst>
              <a:ext uri="{FF2B5EF4-FFF2-40B4-BE49-F238E27FC236}">
                <a16:creationId xmlns:a16="http://schemas.microsoft.com/office/drawing/2014/main" id="{CA2F4B95-CE1F-D811-AFFE-496AA6E0B302}"/>
              </a:ext>
            </a:extLst>
          </p:cNvPr>
          <p:cNvSpPr>
            <a:spLocks noGrp="1"/>
          </p:cNvSpPr>
          <p:nvPr>
            <p:ph type="sldNum" sz="quarter" idx="4"/>
          </p:nvPr>
        </p:nvSpPr>
        <p:spPr/>
        <p:txBody>
          <a:bodyPr/>
          <a:lstStyle/>
          <a:p>
            <a:fld id="{86CB4B4D-7CA3-9044-876B-883B54F8677D}" type="slidenum">
              <a:rPr lang="en-US" smtClean="0"/>
              <a:pPr/>
              <a:t>5</a:t>
            </a:fld>
            <a:endParaRPr lang="en-US" dirty="0"/>
          </a:p>
        </p:txBody>
      </p:sp>
      <p:sp>
        <p:nvSpPr>
          <p:cNvPr id="7" name="Footer Placeholder 7">
            <a:extLst>
              <a:ext uri="{FF2B5EF4-FFF2-40B4-BE49-F238E27FC236}">
                <a16:creationId xmlns:a16="http://schemas.microsoft.com/office/drawing/2014/main" id="{51D27173-1E8A-7737-8C3A-9C5C4F87DB2C}"/>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2025 IBM Corporation</a:t>
            </a:r>
          </a:p>
        </p:txBody>
      </p:sp>
      <p:pic>
        <p:nvPicPr>
          <p:cNvPr id="6" name="Picture 1">
            <a:extLst>
              <a:ext uri="{FF2B5EF4-FFF2-40B4-BE49-F238E27FC236}">
                <a16:creationId xmlns:a16="http://schemas.microsoft.com/office/drawing/2014/main" id="{B6C24072-4DDE-C3C8-F2C1-540042E4E6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439" y="6498995"/>
            <a:ext cx="14584040" cy="5477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a:extLst>
              <a:ext uri="{FF2B5EF4-FFF2-40B4-BE49-F238E27FC236}">
                <a16:creationId xmlns:a16="http://schemas.microsoft.com/office/drawing/2014/main" id="{BE4F9F00-A2D0-A727-983F-F09BF2ED7053}"/>
              </a:ext>
            </a:extLst>
          </p:cNvPr>
          <p:cNvPicPr>
            <a:picLocks noChangeAspect="1"/>
          </p:cNvPicPr>
          <p:nvPr/>
        </p:nvPicPr>
        <p:blipFill>
          <a:blip r:embed="rId4"/>
          <a:stretch>
            <a:fillRect/>
          </a:stretch>
        </p:blipFill>
        <p:spPr>
          <a:xfrm>
            <a:off x="8691301" y="2535067"/>
            <a:ext cx="15261049" cy="1549149"/>
          </a:xfrm>
          <a:prstGeom prst="rect">
            <a:avLst/>
          </a:prstGeom>
        </p:spPr>
      </p:pic>
      <p:pic>
        <p:nvPicPr>
          <p:cNvPr id="11" name="Picture 10">
            <a:extLst>
              <a:ext uri="{FF2B5EF4-FFF2-40B4-BE49-F238E27FC236}">
                <a16:creationId xmlns:a16="http://schemas.microsoft.com/office/drawing/2014/main" id="{975DFD4C-2A44-FDA4-E575-B89A2012F3C2}"/>
              </a:ext>
            </a:extLst>
          </p:cNvPr>
          <p:cNvPicPr>
            <a:picLocks noChangeAspect="1"/>
          </p:cNvPicPr>
          <p:nvPr/>
        </p:nvPicPr>
        <p:blipFill>
          <a:blip r:embed="rId5"/>
          <a:stretch>
            <a:fillRect/>
          </a:stretch>
        </p:blipFill>
        <p:spPr>
          <a:xfrm>
            <a:off x="8651439" y="4231688"/>
            <a:ext cx="15161061" cy="731072"/>
          </a:xfrm>
          <a:prstGeom prst="rect">
            <a:avLst/>
          </a:prstGeom>
        </p:spPr>
      </p:pic>
      <p:sp>
        <p:nvSpPr>
          <p:cNvPr id="12" name="Frame 11">
            <a:extLst>
              <a:ext uri="{FF2B5EF4-FFF2-40B4-BE49-F238E27FC236}">
                <a16:creationId xmlns:a16="http://schemas.microsoft.com/office/drawing/2014/main" id="{5BAD95BC-ADF3-B1B0-1181-EBB852543CA3}"/>
              </a:ext>
            </a:extLst>
          </p:cNvPr>
          <p:cNvSpPr/>
          <p:nvPr/>
        </p:nvSpPr>
        <p:spPr bwMode="auto">
          <a:xfrm>
            <a:off x="8440615" y="2014815"/>
            <a:ext cx="15511735" cy="3521910"/>
          </a:xfrm>
          <a:prstGeom prst="frame">
            <a:avLst>
              <a:gd name="adj1" fmla="val 2935"/>
            </a:avLst>
          </a:prstGeom>
          <a:solidFill>
            <a:schemeClr val="tx1"/>
          </a:solidFill>
          <a:ln w="19050">
            <a:solidFill>
              <a:schemeClr val="tx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3" name="Down Arrow 12">
            <a:extLst>
              <a:ext uri="{FF2B5EF4-FFF2-40B4-BE49-F238E27FC236}">
                <a16:creationId xmlns:a16="http://schemas.microsoft.com/office/drawing/2014/main" id="{612ECC9D-9E32-57BA-EA92-898C8C752376}"/>
              </a:ext>
            </a:extLst>
          </p:cNvPr>
          <p:cNvSpPr/>
          <p:nvPr/>
        </p:nvSpPr>
        <p:spPr bwMode="auto">
          <a:xfrm>
            <a:off x="11474423" y="4909154"/>
            <a:ext cx="1438328" cy="1811513"/>
          </a:xfrm>
          <a:prstGeom prst="downArrow">
            <a:avLst/>
          </a:prstGeom>
          <a:solidFill>
            <a:srgbClr val="002060"/>
          </a:solidFill>
          <a:ln w="19050">
            <a:solidFill>
              <a:srgbClr val="00206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Tree>
    <p:extLst>
      <p:ext uri="{BB962C8B-B14F-4D97-AF65-F5344CB8AC3E}">
        <p14:creationId xmlns:p14="http://schemas.microsoft.com/office/powerpoint/2010/main" val="366911228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AD629-7600-1D63-D7C2-58DABDEF3A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CC1BB-C9D5-83E7-B2B1-1EE8383B9EAF}"/>
              </a:ext>
            </a:extLst>
          </p:cNvPr>
          <p:cNvSpPr>
            <a:spLocks noGrp="1"/>
          </p:cNvSpPr>
          <p:nvPr>
            <p:ph type="title"/>
          </p:nvPr>
        </p:nvSpPr>
        <p:spPr/>
        <p:txBody>
          <a:bodyPr/>
          <a:lstStyle/>
          <a:p>
            <a:r>
              <a:rPr lang="en-US" sz="7200" dirty="0"/>
              <a:t>How Credit Works / How to Process Early Terminations</a:t>
            </a:r>
            <a:br>
              <a:rPr lang="en-US" sz="7200" dirty="0"/>
            </a:br>
            <a:br>
              <a:rPr lang="en-US" sz="7200" dirty="0"/>
            </a:br>
            <a:endParaRPr lang="en-US" sz="7200" dirty="0"/>
          </a:p>
        </p:txBody>
      </p:sp>
      <p:sp>
        <p:nvSpPr>
          <p:cNvPr id="4" name="Text Placeholder 3">
            <a:extLst>
              <a:ext uri="{FF2B5EF4-FFF2-40B4-BE49-F238E27FC236}">
                <a16:creationId xmlns:a16="http://schemas.microsoft.com/office/drawing/2014/main" id="{A99D4FEA-CBA5-2625-2EC9-35CE3934B851}"/>
              </a:ext>
            </a:extLst>
          </p:cNvPr>
          <p:cNvSpPr>
            <a:spLocks noGrp="1"/>
          </p:cNvSpPr>
          <p:nvPr>
            <p:ph type="body" sz="quarter" idx="4294967295"/>
          </p:nvPr>
        </p:nvSpPr>
        <p:spPr>
          <a:xfrm>
            <a:off x="1106792" y="2535067"/>
            <a:ext cx="6489761" cy="8645864"/>
          </a:xfrm>
        </p:spPr>
        <p:txBody>
          <a:bodyPr lIns="0" tIns="0" rIns="0" bIns="0" anchor="t"/>
          <a:lstStyle/>
          <a:p>
            <a:pPr>
              <a:spcBef>
                <a:spcPts val="1200"/>
              </a:spcBef>
              <a:buSzPct val="100000"/>
            </a:pPr>
            <a:r>
              <a:rPr lang="en-US" sz="3200" b="1" dirty="0">
                <a:solidFill>
                  <a:srgbClr val="000000"/>
                </a:solidFill>
                <a:highlight>
                  <a:srgbClr val="E0E6FF"/>
                </a:highlight>
                <a:latin typeface="IBM Plex Sans" panose="020B0503050203000203" pitchFamily="34" charset="0"/>
              </a:rPr>
              <a:t>Credit Direct Deal</a:t>
            </a:r>
            <a:endParaRPr lang="en-US" sz="3200" b="1" kern="0" dirty="0">
              <a:solidFill>
                <a:srgbClr val="000000"/>
              </a:solidFill>
              <a:highlight>
                <a:srgbClr val="E0E6FF"/>
              </a:highlight>
              <a:latin typeface="IBM Plex Sans" panose="020B0503050203000203" pitchFamily="34" charset="0"/>
              <a:sym typeface="IBM Plex Sans Light"/>
            </a:endParaRPr>
          </a:p>
          <a:p>
            <a:pPr marL="443865" lvl="0" indent="-446405">
              <a:lnSpc>
                <a:spcPct val="100000"/>
              </a:lnSpc>
              <a:spcBef>
                <a:spcPts val="1200"/>
              </a:spcBef>
              <a:buSzPct val="100000"/>
              <a:buFont typeface="Courier New" panose="02070309020205020404" pitchFamily="49" charset="0"/>
              <a:buChar char="o"/>
              <a:defRPr/>
            </a:pPr>
            <a:r>
              <a:rPr lang="en-US" sz="2800" dirty="0">
                <a:latin typeface="IBM Plex Sans" panose="020B0503050203000203" pitchFamily="34" charset="0"/>
              </a:rPr>
              <a:t>A Client that purchased Flexible Subscriptions directly from an IBM will have the credit issued by IBM.</a:t>
            </a:r>
          </a:p>
          <a:p>
            <a:pPr lvl="0">
              <a:lnSpc>
                <a:spcPct val="100000"/>
              </a:lnSpc>
              <a:spcBef>
                <a:spcPts val="1200"/>
              </a:spcBef>
              <a:buSzPct val="100000"/>
              <a:defRPr/>
            </a:pPr>
            <a:endParaRPr lang="en-US" sz="2800" b="1" kern="0" dirty="0">
              <a:solidFill>
                <a:srgbClr val="000000"/>
              </a:solidFill>
              <a:highlight>
                <a:srgbClr val="E0E6FF"/>
              </a:highlight>
              <a:latin typeface="IBM Plex Sans" panose="020B0503050203000203" pitchFamily="34" charset="0"/>
              <a:sym typeface="IBM Plex Sans Light"/>
            </a:endParaRPr>
          </a:p>
          <a:p>
            <a:pPr>
              <a:spcBef>
                <a:spcPts val="1200"/>
              </a:spcBef>
              <a:buSzPct val="100000"/>
            </a:pPr>
            <a:r>
              <a:rPr lang="en-US" sz="3200" b="1" kern="0" dirty="0">
                <a:solidFill>
                  <a:srgbClr val="000000"/>
                </a:solidFill>
                <a:highlight>
                  <a:srgbClr val="E0E6FF"/>
                </a:highlight>
                <a:latin typeface="IBM Plex Sans" panose="020B0503050203000203" pitchFamily="34" charset="0"/>
                <a:sym typeface="IBM Plex Sans Light"/>
              </a:rPr>
              <a:t>Credit via Ecosystem:</a:t>
            </a:r>
          </a:p>
          <a:p>
            <a:pPr marL="443865" indent="-446405">
              <a:lnSpc>
                <a:spcPct val="100000"/>
              </a:lnSpc>
              <a:spcBef>
                <a:spcPts val="1200"/>
              </a:spcBef>
              <a:buSzPct val="100000"/>
              <a:buFont typeface="Courier New" panose="02070309020205020404" pitchFamily="49" charset="0"/>
              <a:buChar char="o"/>
              <a:defRPr/>
            </a:pPr>
            <a:r>
              <a:rPr lang="en-US" sz="2800" dirty="0">
                <a:latin typeface="IBM Plex Sans" panose="020B0503050203000203" pitchFamily="34" charset="0"/>
                <a:ea typeface="+mn-ea"/>
                <a:cs typeface="+mn-cs"/>
              </a:rPr>
              <a:t>A Client that purchased Flexible Subscriptions from an IBM authorized Business Partner will have the credit issued by IBM via the IBM Business Partner. Client should consult with its IBM Business Partner regarding use of the credit.</a:t>
            </a:r>
          </a:p>
          <a:p>
            <a:pPr marL="443865" indent="-446405">
              <a:lnSpc>
                <a:spcPct val="100000"/>
              </a:lnSpc>
              <a:spcBef>
                <a:spcPts val="1200"/>
              </a:spcBef>
              <a:buSzPct val="100000"/>
              <a:buFont typeface="Courier New" panose="02070309020205020404" pitchFamily="49" charset="0"/>
              <a:buChar char="o"/>
              <a:defRPr/>
            </a:pPr>
            <a:endParaRPr lang="en-US" sz="2800" b="1" kern="0" dirty="0">
              <a:solidFill>
                <a:srgbClr val="000000"/>
              </a:solidFill>
              <a:highlight>
                <a:srgbClr val="E0E6FF"/>
              </a:highlight>
              <a:latin typeface="IBM Plex Sans" panose="020B0503050203000203" pitchFamily="34" charset="0"/>
              <a:sym typeface="IBM Plex Sans Light"/>
            </a:endParaRPr>
          </a:p>
        </p:txBody>
      </p:sp>
      <p:sp>
        <p:nvSpPr>
          <p:cNvPr id="5" name="TextBox 4">
            <a:extLst>
              <a:ext uri="{FF2B5EF4-FFF2-40B4-BE49-F238E27FC236}">
                <a16:creationId xmlns:a16="http://schemas.microsoft.com/office/drawing/2014/main" id="{2DAA826B-5927-5E20-BD30-EA298FF8FAF2}"/>
              </a:ext>
            </a:extLst>
          </p:cNvPr>
          <p:cNvSpPr txBox="1"/>
          <p:nvPr/>
        </p:nvSpPr>
        <p:spPr>
          <a:xfrm>
            <a:off x="21988130" y="10271051"/>
            <a:ext cx="0" cy="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p14="http://schemas.microsoft.com/office/powerpoint/2010/main" xmlns:ahyp="http://schemas.microsoft.com/office/drawing/2018/hyperlinkcolor" xmlns:a16="http://schemas.microsoft.com/office/drawing/2014/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9" name="Slide Number Placeholder 8">
            <a:extLst>
              <a:ext uri="{FF2B5EF4-FFF2-40B4-BE49-F238E27FC236}">
                <a16:creationId xmlns:a16="http://schemas.microsoft.com/office/drawing/2014/main" id="{FD128CEC-0267-4CD6-B241-5B08BEBB326E}"/>
              </a:ext>
            </a:extLst>
          </p:cNvPr>
          <p:cNvSpPr>
            <a:spLocks noGrp="1"/>
          </p:cNvSpPr>
          <p:nvPr>
            <p:ph type="sldNum" sz="quarter" idx="4"/>
          </p:nvPr>
        </p:nvSpPr>
        <p:spPr/>
        <p:txBody>
          <a:bodyPr/>
          <a:lstStyle/>
          <a:p>
            <a:fld id="{86CB4B4D-7CA3-9044-876B-883B54F8677D}" type="slidenum">
              <a:rPr lang="en-US" smtClean="0"/>
              <a:pPr/>
              <a:t>6</a:t>
            </a:fld>
            <a:endParaRPr lang="en-US" dirty="0"/>
          </a:p>
        </p:txBody>
      </p:sp>
      <p:sp>
        <p:nvSpPr>
          <p:cNvPr id="7" name="Footer Placeholder 7">
            <a:extLst>
              <a:ext uri="{FF2B5EF4-FFF2-40B4-BE49-F238E27FC236}">
                <a16:creationId xmlns:a16="http://schemas.microsoft.com/office/drawing/2014/main" id="{107B1424-55AA-0981-2760-617596B4C3D0}"/>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2025 IBM Corporation</a:t>
            </a:r>
          </a:p>
        </p:txBody>
      </p:sp>
      <p:sp>
        <p:nvSpPr>
          <p:cNvPr id="8" name="TextBox 7">
            <a:extLst>
              <a:ext uri="{FF2B5EF4-FFF2-40B4-BE49-F238E27FC236}">
                <a16:creationId xmlns:a16="http://schemas.microsoft.com/office/drawing/2014/main" id="{D8DA23C4-349E-E379-925B-EC5BC43A6918}"/>
              </a:ext>
            </a:extLst>
          </p:cNvPr>
          <p:cNvSpPr txBox="1"/>
          <p:nvPr/>
        </p:nvSpPr>
        <p:spPr>
          <a:xfrm>
            <a:off x="11123708" y="2473452"/>
            <a:ext cx="6812600" cy="273921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p14="http://schemas.microsoft.com/office/powerpoint/2010/main" xmlns:ahyp="http://schemas.microsoft.com/office/drawing/2018/hyperlinkcolor" xmlns:a16="http://schemas.microsoft.com/office/drawing/2014/main" val="1"/>
            </a:ext>
          </a:extLst>
        </p:spPr>
        <p:txBody>
          <a:bodyPr wrap="square">
            <a:spAutoFit/>
          </a:bodyPr>
          <a:lstStyle/>
          <a:p>
            <a:r>
              <a:rPr lang="en-US" sz="3200" b="1" dirty="0">
                <a:solidFill>
                  <a:srgbClr val="000000"/>
                </a:solidFill>
                <a:highlight>
                  <a:srgbClr val="E0E6FF"/>
                </a:highlight>
                <a:latin typeface="IBM Plex Sans" panose="020B0503050203000203" pitchFamily="34" charset="0"/>
              </a:rPr>
              <a:t>Use of Credit</a:t>
            </a:r>
            <a:endParaRPr lang="en-US" sz="3200" b="1" kern="0" dirty="0">
              <a:solidFill>
                <a:srgbClr val="000000"/>
              </a:solidFill>
              <a:highlight>
                <a:srgbClr val="E0E6FF"/>
              </a:highlight>
              <a:latin typeface="IBM Plex Sans" panose="020B0503050203000203" pitchFamily="34" charset="0"/>
              <a:sym typeface="IBM Plex Sans Light"/>
            </a:endParaRPr>
          </a:p>
          <a:p>
            <a:endParaRPr lang="en-US" sz="2800" dirty="0">
              <a:latin typeface="IBM Plex Sans" panose="020B0503050203000203" pitchFamily="34" charset="0"/>
              <a:ea typeface="+mj-ea"/>
              <a:cs typeface="+mj-cs"/>
              <a:sym typeface="IBM Plex Sans Light"/>
            </a:endParaRPr>
          </a:p>
          <a:p>
            <a:r>
              <a:rPr lang="en-US" sz="2800" dirty="0">
                <a:latin typeface="IBM Plex Sans" panose="020B0503050203000203" pitchFamily="34" charset="0"/>
                <a:ea typeface="+mj-ea"/>
                <a:cs typeface="+mj-cs"/>
                <a:sym typeface="IBM Plex Sans Light"/>
              </a:rPr>
              <a:t>The credit can then be applied against future purchases of IBM Software.</a:t>
            </a:r>
          </a:p>
          <a:p>
            <a:r>
              <a:rPr lang="en-US" sz="2800" dirty="0">
                <a:latin typeface="IBM Plex Sans" panose="020B0503050203000203" pitchFamily="34" charset="0"/>
                <a:ea typeface="+mj-ea"/>
                <a:cs typeface="+mj-cs"/>
                <a:sym typeface="IBM Plex Sans Light"/>
              </a:rPr>
              <a:t>The credit expires 12 months after the issuance of the credit.</a:t>
            </a:r>
          </a:p>
        </p:txBody>
      </p:sp>
      <p:sp>
        <p:nvSpPr>
          <p:cNvPr id="14" name="Down Arrow 13">
            <a:extLst>
              <a:ext uri="{FF2B5EF4-FFF2-40B4-BE49-F238E27FC236}">
                <a16:creationId xmlns:a16="http://schemas.microsoft.com/office/drawing/2014/main" id="{B9BC5910-F04C-E724-D7B1-75FB1A91EFA0}"/>
              </a:ext>
            </a:extLst>
          </p:cNvPr>
          <p:cNvSpPr/>
          <p:nvPr/>
        </p:nvSpPr>
        <p:spPr bwMode="auto">
          <a:xfrm rot="16200000">
            <a:off x="8789839" y="2937300"/>
            <a:ext cx="1438328" cy="1811513"/>
          </a:xfrm>
          <a:prstGeom prst="downArrow">
            <a:avLst/>
          </a:prstGeom>
          <a:solidFill>
            <a:srgbClr val="002060"/>
          </a:solidFill>
          <a:ln w="19050">
            <a:solidFill>
              <a:srgbClr val="00206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6" name="TextBox 5">
            <a:extLst>
              <a:ext uri="{FF2B5EF4-FFF2-40B4-BE49-F238E27FC236}">
                <a16:creationId xmlns:a16="http://schemas.microsoft.com/office/drawing/2014/main" id="{C7F85262-D8F0-631F-4228-39FAD393310D}"/>
              </a:ext>
            </a:extLst>
          </p:cNvPr>
          <p:cNvSpPr txBox="1"/>
          <p:nvPr/>
        </p:nvSpPr>
        <p:spPr>
          <a:xfrm>
            <a:off x="11123708" y="5780635"/>
            <a:ext cx="10738339" cy="445044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p14="http://schemas.microsoft.com/office/powerpoint/2010/main" xmlns:ahyp="http://schemas.microsoft.com/office/drawing/2018/hyperlinkcolor" xmlns:a16="http://schemas.microsoft.com/office/drawing/2014/main" val="1"/>
            </a:ext>
          </a:extLst>
        </p:spPr>
        <p:txBody>
          <a:bodyPr wrap="square">
            <a:spAutoFit/>
          </a:bodyPr>
          <a:lstStyle/>
          <a:p>
            <a:pPr defTabSz="2438400">
              <a:lnSpc>
                <a:spcPct val="110000"/>
              </a:lnSpc>
              <a:spcBef>
                <a:spcPts val="1200"/>
              </a:spcBef>
              <a:buSzPct val="100000"/>
            </a:pPr>
            <a:r>
              <a:rPr lang="en-US" sz="3200" b="1" kern="0" dirty="0">
                <a:solidFill>
                  <a:srgbClr val="000000"/>
                </a:solidFill>
                <a:highlight>
                  <a:srgbClr val="E0E6FF"/>
                </a:highlight>
                <a:latin typeface="IBM Plex Sans" panose="020B0503050203000203" pitchFamily="34" charset="0"/>
                <a:ea typeface="+mj-ea"/>
                <a:cs typeface="+mj-cs"/>
                <a:sym typeface="IBM Plex Sans Light"/>
              </a:rPr>
              <a:t>How to process early terminations</a:t>
            </a:r>
          </a:p>
          <a:p>
            <a:endParaRPr lang="en-US" dirty="0"/>
          </a:p>
          <a:p>
            <a:r>
              <a:rPr lang="en-US" sz="2800" dirty="0">
                <a:latin typeface="IBM Plex Sans" panose="020B0503050203000203" pitchFamily="34" charset="0"/>
                <a:sym typeface="IBM Plex Sans Light"/>
              </a:rPr>
              <a:t>Instructions how an IBM employee can process an early termination in </a:t>
            </a:r>
            <a:r>
              <a:rPr lang="en-US" sz="2800" dirty="0">
                <a:latin typeface="IBM Plex Sans" panose="020B0503050203000203" pitchFamily="34" charset="0"/>
                <a:sym typeface="IBM Plex Sans Light"/>
                <a:hlinkClick r:id="rId2"/>
              </a:rPr>
              <a:t>IBM Engage Support</a:t>
            </a:r>
            <a:r>
              <a:rPr lang="en-US" sz="2800" dirty="0">
                <a:latin typeface="IBM Plex Sans" panose="020B0503050203000203" pitchFamily="34" charset="0"/>
                <a:sym typeface="IBM Plex Sans Light"/>
              </a:rPr>
              <a:t> with customer mail</a:t>
            </a:r>
          </a:p>
          <a:p>
            <a:endParaRPr lang="en-US" sz="2800" dirty="0">
              <a:latin typeface="IBM Plex Sans" panose="020B0503050203000203" pitchFamily="34" charset="0"/>
              <a:sym typeface="IBM Plex Sans Light"/>
            </a:endParaRPr>
          </a:p>
          <a:p>
            <a:r>
              <a:rPr lang="en-US" sz="2800" dirty="0">
                <a:latin typeface="IBM Plex Sans" panose="020B0503050203000203" pitchFamily="34" charset="0"/>
                <a:sym typeface="IBM Plex Sans Light"/>
                <a:hlinkClick r:id="rId3">
                  <a:extLst>
                    <a:ext uri="{A12FA001-AC4F-418D-AE19-62706E023703}">
                      <ahyp:hlinkClr xmlns:ahyp="http://schemas.microsoft.com/office/drawing/2018/hyperlinkcolor" val="tx"/>
                    </a:ext>
                  </a:extLst>
                </a:hlinkClick>
              </a:rPr>
              <a:t>https://w3.ibm.com/w3publisher/subscription-license-q2c/flexible-subscription</a:t>
            </a:r>
            <a:endParaRPr lang="en-US" sz="2800" dirty="0">
              <a:latin typeface="IBM Plex Sans" panose="020B0503050203000203" pitchFamily="34" charset="0"/>
              <a:sym typeface="IBM Plex Sans Light"/>
            </a:endParaRPr>
          </a:p>
          <a:p>
            <a:endParaRPr lang="en-US" dirty="0"/>
          </a:p>
          <a:p>
            <a:endParaRPr lang="en-US" dirty="0"/>
          </a:p>
        </p:txBody>
      </p:sp>
      <p:pic>
        <p:nvPicPr>
          <p:cNvPr id="10" name="Picture 9">
            <a:extLst>
              <a:ext uri="{FF2B5EF4-FFF2-40B4-BE49-F238E27FC236}">
                <a16:creationId xmlns:a16="http://schemas.microsoft.com/office/drawing/2014/main" id="{C37A8C73-94D1-E115-B30E-2F1A93C015F5}"/>
              </a:ext>
            </a:extLst>
          </p:cNvPr>
          <p:cNvPicPr>
            <a:picLocks noChangeAspect="1"/>
          </p:cNvPicPr>
          <p:nvPr/>
        </p:nvPicPr>
        <p:blipFill>
          <a:blip r:embed="rId4"/>
          <a:stretch>
            <a:fillRect/>
          </a:stretch>
        </p:blipFill>
        <p:spPr>
          <a:xfrm>
            <a:off x="11048329" y="9328290"/>
            <a:ext cx="10054166" cy="1914258"/>
          </a:xfrm>
          <a:prstGeom prst="rect">
            <a:avLst/>
          </a:prstGeom>
        </p:spPr>
      </p:pic>
    </p:spTree>
    <p:extLst>
      <p:ext uri="{BB962C8B-B14F-4D97-AF65-F5344CB8AC3E}">
        <p14:creationId xmlns:p14="http://schemas.microsoft.com/office/powerpoint/2010/main" val="11717021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E1DEC-A828-1A6D-3388-950F7D46E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708AFC-CF89-6540-1264-3D843591DEDC}"/>
              </a:ext>
            </a:extLst>
          </p:cNvPr>
          <p:cNvSpPr>
            <a:spLocks noGrp="1"/>
          </p:cNvSpPr>
          <p:nvPr>
            <p:ph type="title"/>
          </p:nvPr>
        </p:nvSpPr>
        <p:spPr>
          <a:xfrm>
            <a:off x="576072" y="384048"/>
            <a:ext cx="10326390" cy="1141413"/>
          </a:xfrm>
        </p:spPr>
        <p:txBody>
          <a:bodyPr/>
          <a:lstStyle/>
          <a:p>
            <a:r>
              <a:rPr lang="en-US" dirty="0"/>
              <a:t>FSL - Financial Treatment</a:t>
            </a:r>
          </a:p>
        </p:txBody>
      </p:sp>
      <p:sp>
        <p:nvSpPr>
          <p:cNvPr id="3" name="Text Placeholder 2">
            <a:extLst>
              <a:ext uri="{FF2B5EF4-FFF2-40B4-BE49-F238E27FC236}">
                <a16:creationId xmlns:a16="http://schemas.microsoft.com/office/drawing/2014/main" id="{8D895E2C-381E-C9BB-5112-2CD902AA58AA}"/>
              </a:ext>
            </a:extLst>
          </p:cNvPr>
          <p:cNvSpPr>
            <a:spLocks noGrp="1"/>
          </p:cNvSpPr>
          <p:nvPr>
            <p:ph type="body" sz="quarter" idx="15"/>
          </p:nvPr>
        </p:nvSpPr>
        <p:spPr>
          <a:xfrm>
            <a:off x="752634" y="3570492"/>
            <a:ext cx="4477312" cy="3287508"/>
          </a:xfrm>
        </p:spPr>
        <p:txBody>
          <a:bodyPr/>
          <a:lstStyle/>
          <a:p>
            <a:endParaRPr lang="en-US" sz="2800" dirty="0">
              <a:solidFill>
                <a:schemeClr val="tx1"/>
              </a:solidFill>
              <a:latin typeface="IBM Plex Sans" panose="020B0503050203000203" pitchFamily="34" charset="0"/>
            </a:endParaRPr>
          </a:p>
          <a:p>
            <a:endParaRPr lang="en-US" sz="2800" dirty="0">
              <a:solidFill>
                <a:schemeClr val="tx1"/>
              </a:solidFill>
              <a:latin typeface="IBM Plex Sans" panose="020B0503050203000203" pitchFamily="34" charset="0"/>
            </a:endParaRPr>
          </a:p>
          <a:p>
            <a:endParaRPr lang="en-US" sz="2800" dirty="0">
              <a:solidFill>
                <a:schemeClr val="tx1"/>
              </a:solidFill>
              <a:latin typeface="IBM Plex Sans" panose="020B0503050203000203" pitchFamily="34" charset="0"/>
            </a:endParaRPr>
          </a:p>
          <a:p>
            <a:endParaRPr lang="en-US" sz="2800" dirty="0">
              <a:solidFill>
                <a:schemeClr val="tx1"/>
              </a:solidFill>
              <a:latin typeface="IBM Plex Sans" panose="020B0503050203000203" pitchFamily="34" charset="0"/>
            </a:endParaRPr>
          </a:p>
          <a:p>
            <a:endParaRPr lang="en-US" sz="2800" dirty="0">
              <a:solidFill>
                <a:schemeClr val="tx1"/>
              </a:solidFill>
              <a:latin typeface="IBM Plex Sans" panose="020B0503050203000203" pitchFamily="34" charset="0"/>
            </a:endParaRPr>
          </a:p>
        </p:txBody>
      </p:sp>
      <p:sp>
        <p:nvSpPr>
          <p:cNvPr id="4" name="Text Placeholder 3">
            <a:extLst>
              <a:ext uri="{FF2B5EF4-FFF2-40B4-BE49-F238E27FC236}">
                <a16:creationId xmlns:a16="http://schemas.microsoft.com/office/drawing/2014/main" id="{7A1E1AB7-288E-F827-E2D6-E2ABBE4DA566}"/>
              </a:ext>
            </a:extLst>
          </p:cNvPr>
          <p:cNvSpPr>
            <a:spLocks noGrp="1"/>
          </p:cNvSpPr>
          <p:nvPr>
            <p:ph type="body" sz="quarter" idx="12"/>
          </p:nvPr>
        </p:nvSpPr>
        <p:spPr>
          <a:xfrm>
            <a:off x="6667500" y="2683043"/>
            <a:ext cx="4951413" cy="8572500"/>
          </a:xfrm>
        </p:spPr>
        <p:txBody>
          <a:bodyPr/>
          <a:lstStyle/>
          <a:p>
            <a:r>
              <a:rPr lang="en-US" dirty="0">
                <a:latin typeface="IBM Plex Sans" panose="020B0503050203000203" pitchFamily="34" charset="0"/>
              </a:rPr>
              <a:t>This is how signings are recognized:</a:t>
            </a:r>
          </a:p>
          <a:p>
            <a:endParaRPr lang="en-US" b="1" dirty="0">
              <a:highlight>
                <a:srgbClr val="E0E6FF"/>
              </a:highlight>
              <a:latin typeface="IBM Plex Sans" panose="020B0503050203000203" pitchFamily="34" charset="0"/>
            </a:endParaRPr>
          </a:p>
          <a:p>
            <a:r>
              <a:rPr lang="en-US" b="1" dirty="0">
                <a:highlight>
                  <a:srgbClr val="E0E6FF"/>
                </a:highlight>
                <a:latin typeface="IBM Plex Sans" panose="020B0503050203000203" pitchFamily="34" charset="0"/>
              </a:rPr>
              <a:t>FSL drive Subscription License signings</a:t>
            </a:r>
          </a:p>
          <a:p>
            <a:endParaRPr lang="en-US" b="1" dirty="0">
              <a:highlight>
                <a:srgbClr val="E0E6FF"/>
              </a:highlight>
              <a:latin typeface="IBM Plex Sans" panose="020B0503050203000203" pitchFamily="34" charset="0"/>
            </a:endParaRPr>
          </a:p>
          <a:p>
            <a:r>
              <a:rPr lang="en-US" dirty="0">
                <a:latin typeface="IBM Plex Sans" panose="020B0503050203000203" pitchFamily="34" charset="0"/>
              </a:rPr>
              <a:t>FSL License signings are recognized upfront as Signings ACV.  The full annual contract signing value is recognized upfront, not monthly.</a:t>
            </a:r>
          </a:p>
          <a:p>
            <a:endParaRPr lang="en-US" dirty="0">
              <a:latin typeface="IBM Plex Sans" panose="020B0503050203000203" pitchFamily="34" charset="0"/>
            </a:endParaRPr>
          </a:p>
          <a:p>
            <a:r>
              <a:rPr lang="en-US" b="1" dirty="0">
                <a:highlight>
                  <a:srgbClr val="E0E6FF"/>
                </a:highlight>
                <a:latin typeface="IBM Plex Sans" panose="020B0503050203000203" pitchFamily="34" charset="0"/>
              </a:rPr>
              <a:t>Signings recognition occurs when firm order requirements are met</a:t>
            </a:r>
            <a:r>
              <a:rPr lang="en-US" dirty="0">
                <a:latin typeface="IBM Plex Sans" panose="020B0503050203000203" pitchFamily="34" charset="0"/>
              </a:rPr>
              <a:t>, not when license keys are delivered which is usually a few days later.</a:t>
            </a:r>
          </a:p>
          <a:p>
            <a:endParaRPr lang="en-US" b="1" dirty="0">
              <a:highlight>
                <a:srgbClr val="E0E6FF"/>
              </a:highlight>
              <a:latin typeface="IBM Plex Sans" panose="020B0503050203000203" pitchFamily="34" charset="0"/>
            </a:endParaRPr>
          </a:p>
          <a:p>
            <a:endParaRPr lang="en-US" b="1" kern="1200" dirty="0">
              <a:highlight>
                <a:srgbClr val="E0E6FF"/>
              </a:highlight>
              <a:latin typeface="IBM Plex Sans" panose="020B0503050203000203" pitchFamily="34" charset="0"/>
            </a:endParaRPr>
          </a:p>
          <a:p>
            <a:endParaRPr lang="en-US" b="1" kern="1200" dirty="0">
              <a:highlight>
                <a:srgbClr val="E0E6FF"/>
              </a:highlight>
              <a:latin typeface="IBM Plex Sans" panose="020B0503050203000203" pitchFamily="34" charset="0"/>
            </a:endParaRPr>
          </a:p>
          <a:p>
            <a:endParaRPr lang="en-US" b="1" kern="1200" dirty="0">
              <a:highlight>
                <a:srgbClr val="E0E6FF"/>
              </a:highlight>
              <a:latin typeface="IBM Plex Sans" panose="020B0503050203000203" pitchFamily="34" charset="0"/>
              <a:ea typeface="+mn-ea"/>
              <a:cs typeface="+mn-cs"/>
            </a:endParaRPr>
          </a:p>
          <a:p>
            <a:endParaRPr lang="en-US" b="1" kern="1200" dirty="0">
              <a:highlight>
                <a:srgbClr val="E0E6FF"/>
              </a:highlight>
              <a:latin typeface="IBM Plex Sans" panose="020B0503050203000203" pitchFamily="34" charset="0"/>
              <a:ea typeface="+mn-ea"/>
              <a:cs typeface="+mn-cs"/>
            </a:endParaRPr>
          </a:p>
          <a:p>
            <a:endParaRPr kumimoji="0" lang="en-US" u="none" strike="noStrike" kern="1200" cap="none" spc="0" normalizeH="0" baseline="0" noProof="0" dirty="0">
              <a:ln>
                <a:noFill/>
              </a:ln>
              <a:solidFill>
                <a:srgbClr val="191919"/>
              </a:solidFill>
              <a:effectLst/>
              <a:uLnTx/>
              <a:uFillTx/>
              <a:latin typeface="IBM Plex Sans" panose="020B0503050203000203" pitchFamily="34" charset="0"/>
              <a:ea typeface="+mn-ea"/>
              <a:cs typeface="+mn-cs"/>
            </a:endParaRPr>
          </a:p>
          <a:p>
            <a:endParaRPr kumimoji="0" lang="en-US" u="none" strike="noStrike" kern="1200" cap="none" spc="0" normalizeH="0" baseline="0" noProof="0" dirty="0">
              <a:ln>
                <a:noFill/>
              </a:ln>
              <a:solidFill>
                <a:srgbClr val="191919"/>
              </a:solidFill>
              <a:effectLst/>
              <a:uLnTx/>
              <a:uFillTx/>
              <a:latin typeface="IBM Plex Sans" panose="020B0503050203000203" pitchFamily="34" charset="0"/>
              <a:ea typeface="+mn-ea"/>
              <a:cs typeface="+mn-cs"/>
            </a:endParaRPr>
          </a:p>
          <a:p>
            <a:endParaRPr lang="en-US" dirty="0">
              <a:latin typeface="IBM Plex Sans" panose="020B0503050203000203" pitchFamily="34" charset="0"/>
            </a:endParaRPr>
          </a:p>
        </p:txBody>
      </p:sp>
      <p:sp>
        <p:nvSpPr>
          <p:cNvPr id="6" name="Text Placeholder 5">
            <a:extLst>
              <a:ext uri="{FF2B5EF4-FFF2-40B4-BE49-F238E27FC236}">
                <a16:creationId xmlns:a16="http://schemas.microsoft.com/office/drawing/2014/main" id="{05549F09-0270-EF0F-2EEB-DD69EDFDC959}"/>
              </a:ext>
            </a:extLst>
          </p:cNvPr>
          <p:cNvSpPr>
            <a:spLocks noGrp="1"/>
          </p:cNvSpPr>
          <p:nvPr>
            <p:ph type="body" sz="quarter" idx="13"/>
          </p:nvPr>
        </p:nvSpPr>
        <p:spPr>
          <a:xfrm>
            <a:off x="12764775" y="2683043"/>
            <a:ext cx="4953000" cy="8572500"/>
          </a:xfrm>
        </p:spPr>
        <p:txBody>
          <a:bodyPr lIns="0" tIns="0" rIns="0" bIns="0" anchor="t"/>
          <a:lstStyle/>
          <a:p>
            <a:r>
              <a:rPr lang="en-US" sz="2800" dirty="0"/>
              <a:t>This is how revenue is recognized:</a:t>
            </a:r>
          </a:p>
          <a:p>
            <a:endParaRPr lang="en-US" sz="2800" b="1" dirty="0">
              <a:highlight>
                <a:srgbClr val="E0E6FF"/>
              </a:highlight>
            </a:endParaRPr>
          </a:p>
          <a:p>
            <a:r>
              <a:rPr lang="en-US" sz="2800" b="1" dirty="0">
                <a:highlight>
                  <a:srgbClr val="E0E6FF"/>
                </a:highlight>
                <a:latin typeface="IBM Plex Sans"/>
              </a:rPr>
              <a:t>No period revenue is associated with Flexible Subscription parts.</a:t>
            </a:r>
            <a:endParaRPr lang="en-US" sz="2800" b="1" dirty="0">
              <a:highlight>
                <a:srgbClr val="E0E6FF"/>
              </a:highlight>
            </a:endParaRPr>
          </a:p>
          <a:p>
            <a:endParaRPr lang="en-US" sz="2800" dirty="0">
              <a:highlight>
                <a:srgbClr val="E0E6FF"/>
              </a:highlight>
            </a:endParaRPr>
          </a:p>
          <a:p>
            <a:r>
              <a:rPr lang="en-US" sz="2800" b="1" dirty="0">
                <a:highlight>
                  <a:srgbClr val="E0E6FF"/>
                </a:highlight>
              </a:rPr>
              <a:t>Revenue is ratable </a:t>
            </a:r>
            <a:r>
              <a:rPr lang="en-US" sz="2800" dirty="0"/>
              <a:t>based on ‘Termination for Convenience’ language and books to the ledger monthly.</a:t>
            </a:r>
          </a:p>
          <a:p>
            <a:endParaRPr lang="en-US" sz="2800" dirty="0"/>
          </a:p>
          <a:p>
            <a:pPr>
              <a:lnSpc>
                <a:spcPct val="150000"/>
              </a:lnSpc>
            </a:pPr>
            <a:endParaRPr lang="en-US" sz="2800" dirty="0"/>
          </a:p>
          <a:p>
            <a:pPr algn="l"/>
            <a:endParaRPr lang="en-US" sz="2800" dirty="0">
              <a:sym typeface="IBM Plex Sans"/>
            </a:endParaRPr>
          </a:p>
          <a:p>
            <a:pPr algn="l"/>
            <a:endParaRPr lang="en-US" sz="2800" dirty="0"/>
          </a:p>
        </p:txBody>
      </p:sp>
      <p:sp>
        <p:nvSpPr>
          <p:cNvPr id="7" name="Text Placeholder 6">
            <a:extLst>
              <a:ext uri="{FF2B5EF4-FFF2-40B4-BE49-F238E27FC236}">
                <a16:creationId xmlns:a16="http://schemas.microsoft.com/office/drawing/2014/main" id="{D28519B3-011C-F357-9A29-00232ABD4E3A}"/>
              </a:ext>
            </a:extLst>
          </p:cNvPr>
          <p:cNvSpPr>
            <a:spLocks noGrp="1"/>
          </p:cNvSpPr>
          <p:nvPr>
            <p:ph type="body" sz="quarter" idx="14"/>
          </p:nvPr>
        </p:nvSpPr>
        <p:spPr>
          <a:xfrm>
            <a:off x="18851874" y="2683043"/>
            <a:ext cx="4959350" cy="8572500"/>
          </a:xfrm>
        </p:spPr>
        <p:txBody>
          <a:bodyPr/>
          <a:lstStyle/>
          <a:p>
            <a:r>
              <a:rPr lang="en-US" sz="2800" dirty="0"/>
              <a:t>Example:</a:t>
            </a:r>
          </a:p>
          <a:p>
            <a:endParaRPr lang="en-US" sz="2800" dirty="0"/>
          </a:p>
          <a:p>
            <a:r>
              <a:rPr lang="en-US" sz="2800" dirty="0"/>
              <a:t>3-year contract with HashiCorp Flexible Subscription Licenses for 360k$ in total.</a:t>
            </a:r>
          </a:p>
          <a:p>
            <a:endParaRPr lang="en-US" sz="2800" dirty="0"/>
          </a:p>
          <a:p>
            <a:r>
              <a:rPr lang="en-US" sz="2800" dirty="0"/>
              <a:t>TCV signings = 360k$</a:t>
            </a:r>
          </a:p>
          <a:p>
            <a:r>
              <a:rPr lang="en-US" sz="2800" dirty="0"/>
              <a:t>ACV signings = 120k$</a:t>
            </a:r>
          </a:p>
          <a:p>
            <a:r>
              <a:rPr lang="en-US" sz="2800" dirty="0"/>
              <a:t>Period revenue = 0$</a:t>
            </a:r>
          </a:p>
          <a:p>
            <a:r>
              <a:rPr lang="en-US" sz="2800" dirty="0"/>
              <a:t>Over the contract duration, IBM will recognize 10k$ revenue each month.</a:t>
            </a:r>
          </a:p>
        </p:txBody>
      </p:sp>
      <p:sp>
        <p:nvSpPr>
          <p:cNvPr id="8" name="Slide Number Placeholder 7">
            <a:extLst>
              <a:ext uri="{FF2B5EF4-FFF2-40B4-BE49-F238E27FC236}">
                <a16:creationId xmlns:a16="http://schemas.microsoft.com/office/drawing/2014/main" id="{0907AAC6-161E-81B3-26D1-52A9C453D4DD}"/>
              </a:ext>
            </a:extLst>
          </p:cNvPr>
          <p:cNvSpPr>
            <a:spLocks noGrp="1"/>
          </p:cNvSpPr>
          <p:nvPr>
            <p:ph type="sldNum" sz="quarter" idx="4"/>
          </p:nvPr>
        </p:nvSpPr>
        <p:spPr/>
        <p:txBody>
          <a:bodyPr/>
          <a:lstStyle/>
          <a:p>
            <a:fld id="{86CB4B4D-7CA3-9044-876B-883B54F8677D}" type="slidenum">
              <a:rPr lang="en-US" smtClean="0"/>
              <a:pPr/>
              <a:t>7</a:t>
            </a:fld>
            <a:endParaRPr lang="en-US" dirty="0"/>
          </a:p>
        </p:txBody>
      </p:sp>
      <p:sp>
        <p:nvSpPr>
          <p:cNvPr id="10" name="Footer Placeholder 7">
            <a:extLst>
              <a:ext uri="{FF2B5EF4-FFF2-40B4-BE49-F238E27FC236}">
                <a16:creationId xmlns:a16="http://schemas.microsoft.com/office/drawing/2014/main" id="{5B7E02A7-6B6F-BEB4-B378-0DDF04358D31}"/>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2025 IBM Corporation</a:t>
            </a:r>
          </a:p>
        </p:txBody>
      </p:sp>
      <p:pic>
        <p:nvPicPr>
          <p:cNvPr id="12" name="Picture 11">
            <a:extLst>
              <a:ext uri="{FF2B5EF4-FFF2-40B4-BE49-F238E27FC236}">
                <a16:creationId xmlns:a16="http://schemas.microsoft.com/office/drawing/2014/main" id="{62B57DC2-8308-5D1B-8858-BA58E5AED252}"/>
              </a:ext>
            </a:extLst>
          </p:cNvPr>
          <p:cNvPicPr>
            <a:picLocks noChangeAspect="1"/>
          </p:cNvPicPr>
          <p:nvPr/>
        </p:nvPicPr>
        <p:blipFill>
          <a:blip r:embed="rId2"/>
          <a:stretch>
            <a:fillRect/>
          </a:stretch>
        </p:blipFill>
        <p:spPr>
          <a:xfrm>
            <a:off x="752634" y="2683043"/>
            <a:ext cx="5153969" cy="6464300"/>
          </a:xfrm>
          <a:prstGeom prst="rect">
            <a:avLst/>
          </a:prstGeom>
        </p:spPr>
      </p:pic>
    </p:spTree>
    <p:extLst>
      <p:ext uri="{BB962C8B-B14F-4D97-AF65-F5344CB8AC3E}">
        <p14:creationId xmlns:p14="http://schemas.microsoft.com/office/powerpoint/2010/main" val="15793021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28771-2C63-3C37-2B08-9CAA4EFA9BF1}"/>
              </a:ext>
            </a:extLst>
          </p:cNvPr>
          <p:cNvSpPr>
            <a:spLocks noGrp="1"/>
          </p:cNvSpPr>
          <p:nvPr>
            <p:ph type="title"/>
          </p:nvPr>
        </p:nvSpPr>
        <p:spPr>
          <a:xfrm>
            <a:off x="576072" y="384048"/>
            <a:ext cx="10326390" cy="1141413"/>
          </a:xfrm>
        </p:spPr>
        <p:txBody>
          <a:bodyPr/>
          <a:lstStyle/>
          <a:p>
            <a:r>
              <a:rPr lang="en-US" dirty="0"/>
              <a:t>ELA Quoting Considerations</a:t>
            </a:r>
          </a:p>
        </p:txBody>
      </p:sp>
      <p:sp>
        <p:nvSpPr>
          <p:cNvPr id="3" name="Text Placeholder 2">
            <a:extLst>
              <a:ext uri="{FF2B5EF4-FFF2-40B4-BE49-F238E27FC236}">
                <a16:creationId xmlns:a16="http://schemas.microsoft.com/office/drawing/2014/main" id="{27D63DD6-4CB6-E092-270B-7140A77615DE}"/>
              </a:ext>
            </a:extLst>
          </p:cNvPr>
          <p:cNvSpPr>
            <a:spLocks noGrp="1"/>
          </p:cNvSpPr>
          <p:nvPr>
            <p:ph type="body" sz="quarter" idx="15"/>
          </p:nvPr>
        </p:nvSpPr>
        <p:spPr>
          <a:xfrm>
            <a:off x="752634" y="3570492"/>
            <a:ext cx="4477312" cy="2333001"/>
          </a:xfrm>
        </p:spPr>
        <p:txBody>
          <a:bodyPr/>
          <a:lstStyle/>
          <a:p>
            <a:r>
              <a:rPr lang="en-US" sz="2800" dirty="0">
                <a:solidFill>
                  <a:schemeClr val="tx1"/>
                </a:solidFill>
                <a:latin typeface="IBM Plex Sans" panose="020B0503050203000203" pitchFamily="34" charset="0"/>
              </a:rPr>
              <a:t>It is </a:t>
            </a:r>
            <a:r>
              <a:rPr lang="en-US" sz="2800" b="1" kern="1200" dirty="0">
                <a:solidFill>
                  <a:schemeClr val="tx1"/>
                </a:solidFill>
                <a:highlight>
                  <a:srgbClr val="E0E6FF"/>
                </a:highlight>
                <a:latin typeface="IBM Plex Sans" panose="020B0503050203000203" pitchFamily="34" charset="0"/>
                <a:ea typeface="+mn-ea"/>
                <a:cs typeface="+mn-cs"/>
              </a:rPr>
              <a:t>important to work with the IBM Dealmaker PRIOR </a:t>
            </a:r>
            <a:r>
              <a:rPr lang="en-US" sz="2800" dirty="0">
                <a:solidFill>
                  <a:schemeClr val="tx1"/>
                </a:solidFill>
                <a:latin typeface="IBM Plex Sans" panose="020B0503050203000203" pitchFamily="34" charset="0"/>
              </a:rPr>
              <a:t>to suggesting to the client that HashiCorp can be included in an ELA and BEFORE any quote</a:t>
            </a:r>
          </a:p>
        </p:txBody>
      </p:sp>
      <p:sp>
        <p:nvSpPr>
          <p:cNvPr id="4" name="Text Placeholder 3">
            <a:extLst>
              <a:ext uri="{FF2B5EF4-FFF2-40B4-BE49-F238E27FC236}">
                <a16:creationId xmlns:a16="http://schemas.microsoft.com/office/drawing/2014/main" id="{02F032C9-6E59-D252-AE66-437FD54BB546}"/>
              </a:ext>
            </a:extLst>
          </p:cNvPr>
          <p:cNvSpPr>
            <a:spLocks noGrp="1"/>
          </p:cNvSpPr>
          <p:nvPr>
            <p:ph type="body" sz="quarter" idx="12"/>
          </p:nvPr>
        </p:nvSpPr>
        <p:spPr/>
        <p:txBody>
          <a:bodyPr/>
          <a:lstStyle/>
          <a:p>
            <a:r>
              <a:rPr lang="en-US" dirty="0">
                <a:latin typeface="IBM Plex Sans" panose="020B0503050203000203" pitchFamily="34" charset="0"/>
                <a:sym typeface="IBM Plex Sans"/>
              </a:rPr>
              <a:t>IBM HashiCorp Self-Managed parts are based on Flexible Subscription Licenses (FSL) and </a:t>
            </a:r>
            <a:r>
              <a:rPr lang="en-US" b="1" kern="1200" dirty="0">
                <a:highlight>
                  <a:srgbClr val="E0E6FF"/>
                </a:highlight>
                <a:latin typeface="IBM Plex Sans" panose="020B0503050203000203" pitchFamily="34" charset="0"/>
                <a:ea typeface="+mn-ea"/>
                <a:cs typeface="+mn-cs"/>
                <a:sym typeface="IBM Plex Sans"/>
              </a:rPr>
              <a:t>can be sold only</a:t>
            </a:r>
            <a:r>
              <a:rPr lang="en-US" b="1" kern="1200" dirty="0">
                <a:highlight>
                  <a:srgbClr val="E0E6FF"/>
                </a:highlight>
                <a:latin typeface="IBM Plex Sans" panose="020B0503050203000203" pitchFamily="34" charset="0"/>
                <a:ea typeface="+mn-ea"/>
                <a:cs typeface="+mn-cs"/>
              </a:rPr>
              <a:t> in fixed quantity only (p*q).</a:t>
            </a:r>
          </a:p>
          <a:p>
            <a:endParaRPr lang="en-US" dirty="0">
              <a:latin typeface="IBM Plex Sans" panose="020B0503050203000203" pitchFamily="34" charset="0"/>
            </a:endParaRPr>
          </a:p>
          <a:p>
            <a:endParaRPr lang="en-US" b="1" kern="1200" dirty="0">
              <a:highlight>
                <a:srgbClr val="E0E6FF"/>
              </a:highlight>
              <a:latin typeface="IBM Plex Sans" panose="020B0503050203000203" pitchFamily="34" charset="0"/>
              <a:ea typeface="+mn-ea"/>
              <a:cs typeface="+mn-cs"/>
            </a:endParaRPr>
          </a:p>
          <a:p>
            <a:r>
              <a:rPr lang="en-US" dirty="0">
                <a:latin typeface="IBM Plex Sans" panose="020B0503050203000203" pitchFamily="34" charset="0"/>
              </a:rPr>
              <a:t>Inclusion in Unlimited License Agreements is not approved by the business unit.</a:t>
            </a:r>
          </a:p>
          <a:p>
            <a:endParaRPr lang="en-US" b="1" kern="1200" dirty="0">
              <a:highlight>
                <a:srgbClr val="E0E6FF"/>
              </a:highlight>
              <a:latin typeface="IBM Plex Sans" panose="020B0503050203000203" pitchFamily="34" charset="0"/>
              <a:ea typeface="+mn-ea"/>
              <a:cs typeface="+mn-cs"/>
            </a:endParaRPr>
          </a:p>
          <a:p>
            <a:endParaRPr kumimoji="0" lang="en-US" u="none" strike="noStrike" kern="1200" cap="none" spc="0" normalizeH="0" baseline="0" noProof="0" dirty="0">
              <a:ln>
                <a:noFill/>
              </a:ln>
              <a:solidFill>
                <a:srgbClr val="191919"/>
              </a:solidFill>
              <a:effectLst/>
              <a:uLnTx/>
              <a:uFillTx/>
              <a:latin typeface="IBM Plex Sans" panose="020B0503050203000203" pitchFamily="34" charset="0"/>
              <a:ea typeface="+mn-ea"/>
              <a:cs typeface="+mn-cs"/>
            </a:endParaRPr>
          </a:p>
          <a:p>
            <a:endParaRPr kumimoji="0" lang="en-US" u="none" strike="noStrike" kern="1200" cap="none" spc="0" normalizeH="0" baseline="0" noProof="0" dirty="0">
              <a:ln>
                <a:noFill/>
              </a:ln>
              <a:solidFill>
                <a:srgbClr val="191919"/>
              </a:solidFill>
              <a:effectLst/>
              <a:uLnTx/>
              <a:uFillTx/>
              <a:latin typeface="IBM Plex Sans" panose="020B0503050203000203" pitchFamily="34" charset="0"/>
              <a:ea typeface="+mn-ea"/>
              <a:cs typeface="+mn-cs"/>
            </a:endParaRPr>
          </a:p>
          <a:p>
            <a:endParaRPr lang="en-US" dirty="0">
              <a:latin typeface="IBM Plex Sans" panose="020B0503050203000203" pitchFamily="34" charset="0"/>
            </a:endParaRPr>
          </a:p>
        </p:txBody>
      </p:sp>
      <p:sp>
        <p:nvSpPr>
          <p:cNvPr id="6" name="Text Placeholder 5">
            <a:extLst>
              <a:ext uri="{FF2B5EF4-FFF2-40B4-BE49-F238E27FC236}">
                <a16:creationId xmlns:a16="http://schemas.microsoft.com/office/drawing/2014/main" id="{D1CAADD8-5753-31AE-503D-108968592A22}"/>
              </a:ext>
            </a:extLst>
          </p:cNvPr>
          <p:cNvSpPr>
            <a:spLocks noGrp="1"/>
          </p:cNvSpPr>
          <p:nvPr>
            <p:ph type="body" sz="quarter" idx="13"/>
          </p:nvPr>
        </p:nvSpPr>
        <p:spPr>
          <a:xfrm>
            <a:off x="12764775" y="3429000"/>
            <a:ext cx="4953000" cy="8572500"/>
          </a:xfrm>
        </p:spPr>
        <p:txBody>
          <a:bodyPr/>
          <a:lstStyle/>
          <a:p>
            <a:r>
              <a:rPr lang="en-US" sz="2800" dirty="0"/>
              <a:t>Products based on FSL </a:t>
            </a:r>
            <a:r>
              <a:rPr lang="en-US" sz="2800" b="1" kern="1200" dirty="0">
                <a:highlight>
                  <a:srgbClr val="E0E6FF"/>
                </a:highlight>
              </a:rPr>
              <a:t>cannot be included in an ELA Catalog with perpetual parts </a:t>
            </a:r>
            <a:r>
              <a:rPr lang="en-US" sz="2800" dirty="0"/>
              <a:t>without driving the catalog towards ratability.</a:t>
            </a:r>
          </a:p>
          <a:p>
            <a:pPr algn="l"/>
            <a:r>
              <a:rPr lang="en-US" sz="2800" u="none" strike="noStrike" cap="none" spc="0" baseline="0" dirty="0">
                <a:solidFill>
                  <a:schemeClr val="tx1"/>
                </a:solidFill>
                <a:effectLst/>
                <a:uFillTx/>
                <a:sym typeface="IBM Plex Sans"/>
              </a:rPr>
              <a:t> </a:t>
            </a:r>
          </a:p>
          <a:p>
            <a:pPr algn="l"/>
            <a:endParaRPr lang="en-US" sz="2800" dirty="0">
              <a:sym typeface="IBM Plex Sans"/>
            </a:endParaRPr>
          </a:p>
          <a:p>
            <a:pPr algn="l"/>
            <a:endParaRPr lang="en-US" sz="2800" dirty="0"/>
          </a:p>
        </p:txBody>
      </p:sp>
      <p:sp>
        <p:nvSpPr>
          <p:cNvPr id="5" name="Rounded Rectangle 4">
            <a:extLst>
              <a:ext uri="{FF2B5EF4-FFF2-40B4-BE49-F238E27FC236}">
                <a16:creationId xmlns:a16="http://schemas.microsoft.com/office/drawing/2014/main" id="{FBB0FCA2-7AB9-174C-60CC-13ECD6AE0FDC}"/>
              </a:ext>
            </a:extLst>
          </p:cNvPr>
          <p:cNvSpPr/>
          <p:nvPr/>
        </p:nvSpPr>
        <p:spPr bwMode="auto">
          <a:xfrm>
            <a:off x="449179" y="3009899"/>
            <a:ext cx="5084223" cy="5125916"/>
          </a:xfrm>
          <a:prstGeom prst="roundRect">
            <a:avLst>
              <a:gd name="adj" fmla="val 2902"/>
            </a:avLst>
          </a:prstGeom>
          <a:noFill/>
          <a:ln w="254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8" name="Slide Number Placeholder 7">
            <a:extLst>
              <a:ext uri="{FF2B5EF4-FFF2-40B4-BE49-F238E27FC236}">
                <a16:creationId xmlns:a16="http://schemas.microsoft.com/office/drawing/2014/main" id="{12FA1C15-2DD0-C33B-BBDB-50417827E240}"/>
              </a:ext>
            </a:extLst>
          </p:cNvPr>
          <p:cNvSpPr>
            <a:spLocks noGrp="1"/>
          </p:cNvSpPr>
          <p:nvPr>
            <p:ph type="sldNum" sz="quarter" idx="4"/>
          </p:nvPr>
        </p:nvSpPr>
        <p:spPr/>
        <p:txBody>
          <a:bodyPr/>
          <a:lstStyle/>
          <a:p>
            <a:fld id="{86CB4B4D-7CA3-9044-876B-883B54F8677D}" type="slidenum">
              <a:rPr lang="en-US" smtClean="0"/>
              <a:pPr/>
              <a:t>8</a:t>
            </a:fld>
            <a:endParaRPr lang="en-US" dirty="0"/>
          </a:p>
        </p:txBody>
      </p:sp>
      <p:sp>
        <p:nvSpPr>
          <p:cNvPr id="10" name="Footer Placeholder 7">
            <a:extLst>
              <a:ext uri="{FF2B5EF4-FFF2-40B4-BE49-F238E27FC236}">
                <a16:creationId xmlns:a16="http://schemas.microsoft.com/office/drawing/2014/main" id="{9FE6B195-E0F2-C43C-E605-769737F7D4A5}"/>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2025 IBM Corporation</a:t>
            </a:r>
          </a:p>
        </p:txBody>
      </p:sp>
      <p:pic>
        <p:nvPicPr>
          <p:cNvPr id="13" name="Picture 12">
            <a:extLst>
              <a:ext uri="{FF2B5EF4-FFF2-40B4-BE49-F238E27FC236}">
                <a16:creationId xmlns:a16="http://schemas.microsoft.com/office/drawing/2014/main" id="{EF154F34-2725-C2A3-564A-F255255F4C8E}"/>
              </a:ext>
            </a:extLst>
          </p:cNvPr>
          <p:cNvPicPr>
            <a:picLocks noChangeAspect="1"/>
          </p:cNvPicPr>
          <p:nvPr/>
        </p:nvPicPr>
        <p:blipFill>
          <a:blip r:embed="rId2"/>
          <a:stretch>
            <a:fillRect/>
          </a:stretch>
        </p:blipFill>
        <p:spPr>
          <a:xfrm>
            <a:off x="18532559" y="2727158"/>
            <a:ext cx="5670706" cy="8855241"/>
          </a:xfrm>
          <a:prstGeom prst="rect">
            <a:avLst/>
          </a:prstGeom>
        </p:spPr>
      </p:pic>
    </p:spTree>
    <p:extLst>
      <p:ext uri="{BB962C8B-B14F-4D97-AF65-F5344CB8AC3E}">
        <p14:creationId xmlns:p14="http://schemas.microsoft.com/office/powerpoint/2010/main" val="290621828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66D0B-7B02-E697-038F-AC35F597C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86242-7AF8-0E68-AE9D-CC1863A94D0C}"/>
              </a:ext>
            </a:extLst>
          </p:cNvPr>
          <p:cNvSpPr>
            <a:spLocks noGrp="1"/>
          </p:cNvSpPr>
          <p:nvPr>
            <p:ph type="title"/>
          </p:nvPr>
        </p:nvSpPr>
        <p:spPr>
          <a:xfrm>
            <a:off x="576072" y="384048"/>
            <a:ext cx="22225562" cy="1141412"/>
          </a:xfrm>
        </p:spPr>
        <p:txBody>
          <a:bodyPr/>
          <a:lstStyle/>
          <a:p>
            <a:r>
              <a:rPr lang="en-US" dirty="0"/>
              <a:t>Forecasting: ISC Guidance for FSL</a:t>
            </a:r>
            <a:br>
              <a:rPr lang="en-US" dirty="0"/>
            </a:br>
            <a:br>
              <a:rPr lang="en-US" dirty="0"/>
            </a:br>
            <a:endParaRPr lang="en-US" dirty="0"/>
          </a:p>
        </p:txBody>
      </p:sp>
      <p:sp>
        <p:nvSpPr>
          <p:cNvPr id="4" name="Text Placeholder 3">
            <a:extLst>
              <a:ext uri="{FF2B5EF4-FFF2-40B4-BE49-F238E27FC236}">
                <a16:creationId xmlns:a16="http://schemas.microsoft.com/office/drawing/2014/main" id="{050F2877-45E6-4DEB-9976-476D5BB4D3CD}"/>
              </a:ext>
            </a:extLst>
          </p:cNvPr>
          <p:cNvSpPr>
            <a:spLocks noGrp="1"/>
          </p:cNvSpPr>
          <p:nvPr>
            <p:ph type="body" sz="quarter" idx="12"/>
          </p:nvPr>
        </p:nvSpPr>
        <p:spPr>
          <a:xfrm>
            <a:off x="786245" y="2098965"/>
            <a:ext cx="20515119" cy="1141412"/>
          </a:xfrm>
        </p:spPr>
        <p:txBody>
          <a:bodyPr/>
          <a:lstStyle/>
          <a:p>
            <a:r>
              <a:rPr lang="en-US" dirty="0">
                <a:latin typeface="IBM Plex Sans" panose="020B0503050203000203" pitchFamily="34" charset="0"/>
              </a:rPr>
              <a:t>IBM HashiCorp Self-Managed Parts are based on Flexible Subscription Licenses. For forecasting in ISC please use </a:t>
            </a:r>
          </a:p>
          <a:p>
            <a:endParaRPr lang="en-US" dirty="0">
              <a:latin typeface="IBM Plex Sans" panose="020B0503050203000203" pitchFamily="34" charset="0"/>
            </a:endParaRPr>
          </a:p>
          <a:p>
            <a:endParaRPr lang="en-US" dirty="0"/>
          </a:p>
          <a:p>
            <a:endParaRPr lang="en-US" dirty="0"/>
          </a:p>
        </p:txBody>
      </p:sp>
      <p:sp>
        <p:nvSpPr>
          <p:cNvPr id="9" name="TextBox 8">
            <a:extLst>
              <a:ext uri="{FF2B5EF4-FFF2-40B4-BE49-F238E27FC236}">
                <a16:creationId xmlns:a16="http://schemas.microsoft.com/office/drawing/2014/main" id="{F0B0FD6A-DD0B-B690-87F6-16F70124760B}"/>
              </a:ext>
            </a:extLst>
          </p:cNvPr>
          <p:cNvSpPr txBox="1"/>
          <p:nvPr/>
        </p:nvSpPr>
        <p:spPr>
          <a:xfrm>
            <a:off x="3486001" y="2885494"/>
            <a:ext cx="16405704" cy="1754326"/>
          </a:xfrm>
          <a:prstGeom prst="rect">
            <a:avLst/>
          </a:prstGeom>
          <a:noFill/>
          <a:ln w="381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xmlns:p14="http://schemas.microsoft.com/office/powerpoint/2010/main" xmlns:a16="http://schemas.microsoft.com/office/drawing/2014/main" val="1"/>
            </a:ext>
          </a:extLst>
        </p:spPr>
        <p:txBody>
          <a:bodyPr wrap="square">
            <a:spAutoFit/>
          </a:bodyPr>
          <a:lstStyle/>
          <a:p>
            <a:pPr algn="ctr"/>
            <a:r>
              <a:rPr lang="en-US" b="0" i="0" u="none" strike="noStrike" dirty="0">
                <a:solidFill>
                  <a:srgbClr val="212121"/>
                </a:solidFill>
                <a:effectLst/>
                <a:latin typeface="Aptos" panose="020B0004020202020204" pitchFamily="34" charset="0"/>
              </a:rPr>
              <a:t>Product family = </a:t>
            </a:r>
            <a:r>
              <a:rPr lang="en-US" b="1" i="0" u="none" strike="noStrike" dirty="0">
                <a:solidFill>
                  <a:srgbClr val="0070C0"/>
                </a:solidFill>
                <a:effectLst/>
                <a:latin typeface="Aptos" panose="020B0004020202020204" pitchFamily="34" charset="0"/>
              </a:rPr>
              <a:t>SWSUBSCR </a:t>
            </a:r>
            <a:r>
              <a:rPr lang="en-US" i="0" u="none" strike="noStrike" dirty="0">
                <a:effectLst/>
                <a:latin typeface="Aptos" panose="020B0004020202020204" pitchFamily="34" charset="0"/>
              </a:rPr>
              <a:t>(SW Subscription)</a:t>
            </a:r>
          </a:p>
          <a:p>
            <a:pPr algn="ctr"/>
            <a:r>
              <a:rPr lang="en-US" b="0" i="0" u="none" strike="noStrike" dirty="0">
                <a:solidFill>
                  <a:srgbClr val="212121"/>
                </a:solidFill>
                <a:effectLst/>
                <a:latin typeface="Aptos" panose="020B0004020202020204" pitchFamily="34" charset="0"/>
              </a:rPr>
              <a:t>Type </a:t>
            </a:r>
            <a:r>
              <a:rPr lang="en-US" i="0" u="none" strike="noStrike" dirty="0">
                <a:solidFill>
                  <a:srgbClr val="212121"/>
                </a:solidFill>
                <a:effectLst/>
                <a:latin typeface="Aptos" panose="020B0004020202020204" pitchFamily="34" charset="0"/>
              </a:rPr>
              <a:t>= </a:t>
            </a:r>
            <a:r>
              <a:rPr lang="en-US" b="1" i="0" u="none" strike="noStrike" dirty="0">
                <a:solidFill>
                  <a:srgbClr val="0070C0"/>
                </a:solidFill>
                <a:effectLst/>
                <a:latin typeface="Aptos" panose="020B0004020202020204" pitchFamily="34" charset="0"/>
              </a:rPr>
              <a:t>Monthly License</a:t>
            </a:r>
          </a:p>
          <a:p>
            <a:pPr algn="ctr"/>
            <a:r>
              <a:rPr lang="en-US" dirty="0">
                <a:solidFill>
                  <a:srgbClr val="212121"/>
                </a:solidFill>
                <a:latin typeface="Aptos" panose="020B0004020202020204" pitchFamily="34" charset="0"/>
              </a:rPr>
              <a:t>Revenue Type = </a:t>
            </a:r>
            <a:r>
              <a:rPr lang="en-US" b="1" dirty="0">
                <a:solidFill>
                  <a:srgbClr val="0070C0"/>
                </a:solidFill>
                <a:latin typeface="Aptos" panose="020B0004020202020204" pitchFamily="34" charset="0"/>
              </a:rPr>
              <a:t>Subscription ACV</a:t>
            </a:r>
          </a:p>
        </p:txBody>
      </p:sp>
      <p:sp>
        <p:nvSpPr>
          <p:cNvPr id="5" name="Slide Number Placeholder 4">
            <a:extLst>
              <a:ext uri="{FF2B5EF4-FFF2-40B4-BE49-F238E27FC236}">
                <a16:creationId xmlns:a16="http://schemas.microsoft.com/office/drawing/2014/main" id="{CF9089EA-1667-F805-AAB2-CE09A4312DCA}"/>
              </a:ext>
            </a:extLst>
          </p:cNvPr>
          <p:cNvSpPr>
            <a:spLocks noGrp="1"/>
          </p:cNvSpPr>
          <p:nvPr>
            <p:ph type="sldNum" sz="quarter" idx="4"/>
          </p:nvPr>
        </p:nvSpPr>
        <p:spPr/>
        <p:txBody>
          <a:bodyPr/>
          <a:lstStyle/>
          <a:p>
            <a:fld id="{86CB4B4D-7CA3-9044-876B-883B54F8677D}" type="slidenum">
              <a:rPr lang="en-US" smtClean="0"/>
              <a:pPr/>
              <a:t>9</a:t>
            </a:fld>
            <a:endParaRPr lang="en-US" dirty="0"/>
          </a:p>
        </p:txBody>
      </p:sp>
      <p:sp>
        <p:nvSpPr>
          <p:cNvPr id="7" name="Footer Placeholder 7">
            <a:extLst>
              <a:ext uri="{FF2B5EF4-FFF2-40B4-BE49-F238E27FC236}">
                <a16:creationId xmlns:a16="http://schemas.microsoft.com/office/drawing/2014/main" id="{943D1A85-DA4C-8EFB-99F3-684802E47989}"/>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2025 IBM Corporation</a:t>
            </a:r>
          </a:p>
        </p:txBody>
      </p:sp>
      <p:pic>
        <p:nvPicPr>
          <p:cNvPr id="6" name="Picture 5">
            <a:extLst>
              <a:ext uri="{FF2B5EF4-FFF2-40B4-BE49-F238E27FC236}">
                <a16:creationId xmlns:a16="http://schemas.microsoft.com/office/drawing/2014/main" id="{DA71A605-2B55-9A29-1581-BF340612A2E0}"/>
              </a:ext>
            </a:extLst>
          </p:cNvPr>
          <p:cNvPicPr>
            <a:picLocks noChangeAspect="1"/>
          </p:cNvPicPr>
          <p:nvPr/>
        </p:nvPicPr>
        <p:blipFill>
          <a:blip r:embed="rId2"/>
          <a:stretch>
            <a:fillRect/>
          </a:stretch>
        </p:blipFill>
        <p:spPr>
          <a:xfrm>
            <a:off x="2381883" y="5070201"/>
            <a:ext cx="18613939" cy="6875578"/>
          </a:xfrm>
          <a:prstGeom prst="rect">
            <a:avLst/>
          </a:prstGeom>
        </p:spPr>
      </p:pic>
      <p:sp>
        <p:nvSpPr>
          <p:cNvPr id="8" name="Down Arrow 7">
            <a:extLst>
              <a:ext uri="{FF2B5EF4-FFF2-40B4-BE49-F238E27FC236}">
                <a16:creationId xmlns:a16="http://schemas.microsoft.com/office/drawing/2014/main" id="{09958026-EB2B-CE0E-D133-08684AD62D90}"/>
              </a:ext>
            </a:extLst>
          </p:cNvPr>
          <p:cNvSpPr/>
          <p:nvPr/>
        </p:nvSpPr>
        <p:spPr bwMode="auto">
          <a:xfrm rot="5400000">
            <a:off x="21520750" y="9539770"/>
            <a:ext cx="768170" cy="1206943"/>
          </a:xfrm>
          <a:prstGeom prst="downArrow">
            <a:avLst/>
          </a:prstGeom>
          <a:solidFill>
            <a:srgbClr val="002060"/>
          </a:solidFill>
          <a:ln w="19050">
            <a:solidFill>
              <a:srgbClr val="00206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Tree>
    <p:extLst>
      <p:ext uri="{BB962C8B-B14F-4D97-AF65-F5344CB8AC3E}">
        <p14:creationId xmlns:p14="http://schemas.microsoft.com/office/powerpoint/2010/main" val="174419064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43D02-4068-8E0F-17E5-63888627D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97DDB1-CE94-8BCA-02CF-664BD3DA8440}"/>
              </a:ext>
            </a:extLst>
          </p:cNvPr>
          <p:cNvSpPr>
            <a:spLocks noGrp="1"/>
          </p:cNvSpPr>
          <p:nvPr>
            <p:ph type="title"/>
          </p:nvPr>
        </p:nvSpPr>
        <p:spPr>
          <a:xfrm>
            <a:off x="576071" y="384048"/>
            <a:ext cx="18530075" cy="1141412"/>
          </a:xfrm>
        </p:spPr>
        <p:txBody>
          <a:bodyPr/>
          <a:lstStyle/>
          <a:p>
            <a:r>
              <a:rPr lang="en-US" dirty="0"/>
              <a:t>HashiCorp Revenue Reporting (ISC and EPM)</a:t>
            </a:r>
          </a:p>
        </p:txBody>
      </p:sp>
      <p:sp>
        <p:nvSpPr>
          <p:cNvPr id="3" name="Slide Number Placeholder 2">
            <a:extLst>
              <a:ext uri="{FF2B5EF4-FFF2-40B4-BE49-F238E27FC236}">
                <a16:creationId xmlns:a16="http://schemas.microsoft.com/office/drawing/2014/main" id="{F0F188B2-FC2A-D80A-FD73-237062FC0F5A}"/>
              </a:ext>
            </a:extLst>
          </p:cNvPr>
          <p:cNvSpPr>
            <a:spLocks noGrp="1"/>
          </p:cNvSpPr>
          <p:nvPr>
            <p:ph type="sldNum" sz="quarter" idx="4"/>
          </p:nvPr>
        </p:nvSpPr>
        <p:spPr/>
        <p:txBody>
          <a:bodyPr/>
          <a:lstStyle/>
          <a:p>
            <a:fld id="{86CB4B4D-7CA3-9044-876B-883B54F8677D}" type="slidenum">
              <a:rPr lang="en-US" smtClean="0"/>
              <a:pPr/>
              <a:t>10</a:t>
            </a:fld>
            <a:endParaRPr lang="en-US" dirty="0"/>
          </a:p>
        </p:txBody>
      </p:sp>
      <p:sp>
        <p:nvSpPr>
          <p:cNvPr id="6" name="Footer Placeholder 7">
            <a:extLst>
              <a:ext uri="{FF2B5EF4-FFF2-40B4-BE49-F238E27FC236}">
                <a16:creationId xmlns:a16="http://schemas.microsoft.com/office/drawing/2014/main" id="{FE3EAFA4-808B-37FD-BA0B-8A78EEC40E57}"/>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2025 IBM Corporation</a:t>
            </a:r>
          </a:p>
        </p:txBody>
      </p:sp>
      <p:sp>
        <p:nvSpPr>
          <p:cNvPr id="14" name="Text Placeholder 3">
            <a:extLst>
              <a:ext uri="{FF2B5EF4-FFF2-40B4-BE49-F238E27FC236}">
                <a16:creationId xmlns:a16="http://schemas.microsoft.com/office/drawing/2014/main" id="{BB4B453C-02F3-0356-27E3-9EBD4B71FAA8}"/>
              </a:ext>
            </a:extLst>
          </p:cNvPr>
          <p:cNvSpPr txBox="1">
            <a:spLocks/>
          </p:cNvSpPr>
          <p:nvPr/>
        </p:nvSpPr>
        <p:spPr>
          <a:xfrm>
            <a:off x="574675" y="2004049"/>
            <a:ext cx="14032865" cy="1028173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p14="http://schemas.microsoft.com/office/powerpoint/2010/main" xmlns:a16="http://schemas.microsoft.com/office/drawing/2014/main"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Currently, in HashiCorp we recognize 3 main lines of business: </a:t>
            </a:r>
          </a:p>
          <a:p>
            <a:pPr marL="457200" indent="-457200">
              <a:buFont typeface="Arial" panose="020B0604020202020204" pitchFamily="34" charset="0"/>
              <a:buChar char="•"/>
            </a:pPr>
            <a:r>
              <a:rPr lang="en-US" kern="0" dirty="0">
                <a:solidFill>
                  <a:schemeClr val="accent5"/>
                </a:solidFill>
              </a:rPr>
              <a:t>“S</a:t>
            </a:r>
            <a:r>
              <a:rPr lang="en-US" b="1" kern="0" dirty="0">
                <a:solidFill>
                  <a:schemeClr val="accent5"/>
                </a:solidFill>
              </a:rPr>
              <a:t>elf Managed” (Subscriptions), </a:t>
            </a:r>
          </a:p>
          <a:p>
            <a:pPr marL="457200" indent="-457200">
              <a:buFont typeface="Arial" panose="020B0604020202020204" pitchFamily="34" charset="0"/>
              <a:buChar char="•"/>
            </a:pPr>
            <a:r>
              <a:rPr lang="en-US" b="1" kern="0" dirty="0">
                <a:solidFill>
                  <a:schemeClr val="accent5"/>
                </a:solidFill>
              </a:rPr>
              <a:t>“Cloud” (SaaS) and </a:t>
            </a:r>
          </a:p>
          <a:p>
            <a:pPr marL="457200" indent="-457200">
              <a:buFont typeface="Arial" panose="020B0604020202020204" pitchFamily="34" charset="0"/>
              <a:buChar char="•"/>
            </a:pPr>
            <a:r>
              <a:rPr lang="en-US" b="1" kern="0" dirty="0">
                <a:solidFill>
                  <a:schemeClr val="accent5"/>
                </a:solidFill>
              </a:rPr>
              <a:t>“Expert Labs”</a:t>
            </a:r>
            <a:r>
              <a:rPr lang="en-US" kern="0" dirty="0">
                <a:solidFill>
                  <a:schemeClr val="accent5"/>
                </a:solidFill>
              </a:rPr>
              <a:t>. </a:t>
            </a:r>
          </a:p>
          <a:p>
            <a:r>
              <a:rPr lang="en-US" kern="0" dirty="0"/>
              <a:t>These three can be further divided into the two signings categories: </a:t>
            </a:r>
          </a:p>
          <a:p>
            <a:pPr marL="457200" indent="-457200">
              <a:buFont typeface="Arial" panose="020B0604020202020204" pitchFamily="34" charset="0"/>
              <a:buChar char="•"/>
            </a:pPr>
            <a:r>
              <a:rPr lang="en-US" kern="0" dirty="0">
                <a:solidFill>
                  <a:schemeClr val="accent5"/>
                </a:solidFill>
              </a:rPr>
              <a:t>“</a:t>
            </a:r>
            <a:r>
              <a:rPr lang="en-US" b="1" kern="0" dirty="0">
                <a:solidFill>
                  <a:schemeClr val="accent5"/>
                </a:solidFill>
              </a:rPr>
              <a:t>New Signings” and </a:t>
            </a:r>
          </a:p>
          <a:p>
            <a:pPr marL="457200" indent="-457200">
              <a:buFont typeface="Arial" panose="020B0604020202020204" pitchFamily="34" charset="0"/>
              <a:buChar char="•"/>
            </a:pPr>
            <a:r>
              <a:rPr lang="en-US" b="1" kern="0" dirty="0">
                <a:solidFill>
                  <a:schemeClr val="accent5"/>
                </a:solidFill>
              </a:rPr>
              <a:t>“Renewal Signings”.</a:t>
            </a:r>
          </a:p>
          <a:p>
            <a:endParaRPr lang="en-US" b="1" kern="0" dirty="0">
              <a:solidFill>
                <a:srgbClr val="C00000"/>
              </a:solidFill>
            </a:endParaRPr>
          </a:p>
          <a:p>
            <a:endParaRPr lang="en-US" b="1" kern="0" dirty="0">
              <a:solidFill>
                <a:srgbClr val="C00000"/>
              </a:solidFill>
            </a:endParaRPr>
          </a:p>
          <a:p>
            <a:r>
              <a:rPr lang="en-US" kern="0" dirty="0"/>
              <a:t>IBM HashiCorp “Self Managed” represents the 100% ratable licenses which the seller guidance has prompted reps to code as </a:t>
            </a:r>
          </a:p>
          <a:p>
            <a:pPr marL="457200" indent="-457200">
              <a:buFont typeface="Arial" panose="020B0604020202020204" pitchFamily="34" charset="0"/>
              <a:buChar char="•"/>
            </a:pPr>
            <a:r>
              <a:rPr lang="en-US" kern="0" dirty="0"/>
              <a:t>Product Family Software Subscription (SWSUBSCR) with </a:t>
            </a:r>
          </a:p>
          <a:p>
            <a:pPr marL="457200" indent="-457200">
              <a:buFont typeface="Arial" panose="020B0604020202020204" pitchFamily="34" charset="0"/>
              <a:buChar char="•"/>
            </a:pPr>
            <a:r>
              <a:rPr lang="en-US" kern="0" dirty="0"/>
              <a:t>Contract Type Monthly License (TYPEMNL). </a:t>
            </a:r>
          </a:p>
          <a:p>
            <a:r>
              <a:rPr lang="en-US" kern="0" dirty="0"/>
              <a:t>This combination will force this opportunity to be excluded from the transactional measurements and be placed under “</a:t>
            </a:r>
            <a:r>
              <a:rPr lang="en-US" b="1" kern="0" dirty="0">
                <a:solidFill>
                  <a:srgbClr val="C00000"/>
                </a:solidFill>
              </a:rPr>
              <a:t>HashiCorp Self Managed</a:t>
            </a:r>
            <a:r>
              <a:rPr lang="en-US" kern="0" dirty="0"/>
              <a:t>” bucket in Signings.</a:t>
            </a:r>
          </a:p>
          <a:p>
            <a:endParaRPr lang="en-US" kern="0" dirty="0"/>
          </a:p>
          <a:p>
            <a:r>
              <a:rPr lang="en-US" kern="0" dirty="0"/>
              <a:t>More details: </a:t>
            </a:r>
            <a:r>
              <a:rPr lang="en-US" kern="0" dirty="0">
                <a:hlinkClick r:id="rId2"/>
              </a:rPr>
              <a:t>HashiCorp Forecasting Guide on Seismic</a:t>
            </a:r>
            <a:r>
              <a:rPr lang="en-US" kern="0" dirty="0"/>
              <a:t>.</a:t>
            </a:r>
          </a:p>
          <a:p>
            <a:endParaRPr lang="en-US" kern="0" dirty="0"/>
          </a:p>
          <a:p>
            <a:endParaRPr lang="en-US" kern="0" dirty="0"/>
          </a:p>
          <a:p>
            <a:endParaRPr lang="en-US" kern="0" dirty="0"/>
          </a:p>
          <a:p>
            <a:endParaRPr lang="en-US" kern="0" dirty="0"/>
          </a:p>
          <a:p>
            <a:endParaRPr lang="en-US" kern="0" dirty="0"/>
          </a:p>
        </p:txBody>
      </p:sp>
      <p:sp>
        <p:nvSpPr>
          <p:cNvPr id="17" name="Text Placeholder 3">
            <a:extLst>
              <a:ext uri="{FF2B5EF4-FFF2-40B4-BE49-F238E27FC236}">
                <a16:creationId xmlns:a16="http://schemas.microsoft.com/office/drawing/2014/main" id="{698DF2FF-6F0D-A44A-2ACC-726184A1B85E}"/>
              </a:ext>
            </a:extLst>
          </p:cNvPr>
          <p:cNvSpPr txBox="1">
            <a:spLocks/>
          </p:cNvSpPr>
          <p:nvPr/>
        </p:nvSpPr>
        <p:spPr>
          <a:xfrm>
            <a:off x="16008280" y="7017883"/>
            <a:ext cx="6853307" cy="543964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p14="http://schemas.microsoft.com/office/powerpoint/2010/main" xmlns:a16="http://schemas.microsoft.com/office/drawing/2014/main"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endParaRPr lang="en-US" b="1" kern="0" dirty="0"/>
          </a:p>
          <a:p>
            <a:r>
              <a:rPr lang="en-US" b="1" kern="0" dirty="0">
                <a:hlinkClick r:id="rId3"/>
              </a:rPr>
              <a:t>Link to ISC HashiCorp Topsheet</a:t>
            </a:r>
            <a:endParaRPr lang="en-US" b="1" kern="0" dirty="0"/>
          </a:p>
          <a:p>
            <a:endParaRPr lang="en-US" b="1" kern="0" dirty="0"/>
          </a:p>
          <a:p>
            <a:r>
              <a:rPr lang="en-US" b="1" kern="0" dirty="0">
                <a:hlinkClick r:id="rId4"/>
              </a:rPr>
              <a:t>Link to ISC SaaS ACV Roadmap</a:t>
            </a:r>
            <a:endParaRPr lang="en-US" b="1" kern="0" dirty="0"/>
          </a:p>
          <a:p>
            <a:endParaRPr lang="en-US" b="1" kern="0" dirty="0"/>
          </a:p>
          <a:p>
            <a:r>
              <a:rPr lang="en-US" b="1" kern="0" dirty="0">
                <a:hlinkClick r:id="rId5"/>
              </a:rPr>
              <a:t>Link to Pipeline Summary for Sales in EPM (EPM1-001)</a:t>
            </a:r>
            <a:endParaRPr lang="en-US" b="1" kern="0" dirty="0"/>
          </a:p>
          <a:p>
            <a:endParaRPr lang="en-US" b="1" kern="0" dirty="0"/>
          </a:p>
          <a:p>
            <a:r>
              <a:rPr lang="en-US" b="1" kern="0" dirty="0">
                <a:hlinkClick r:id="rId6"/>
              </a:rPr>
              <a:t>Link to EPM HashiCorp Topsheet</a:t>
            </a:r>
            <a:endParaRPr lang="en-US" b="1" kern="0" dirty="0"/>
          </a:p>
          <a:p>
            <a:endParaRPr lang="en-US" b="1" kern="0" dirty="0"/>
          </a:p>
          <a:p>
            <a:endParaRPr lang="en-US" b="1" kern="0" dirty="0"/>
          </a:p>
          <a:p>
            <a:endParaRPr lang="en-US" kern="0" dirty="0"/>
          </a:p>
          <a:p>
            <a:endParaRPr lang="en-US" kern="0" dirty="0"/>
          </a:p>
          <a:p>
            <a:endParaRPr lang="en-US" kern="0" dirty="0"/>
          </a:p>
          <a:p>
            <a:endParaRPr lang="en-US" kern="0" dirty="0"/>
          </a:p>
        </p:txBody>
      </p:sp>
      <p:pic>
        <p:nvPicPr>
          <p:cNvPr id="4" name="Picture 3">
            <a:extLst>
              <a:ext uri="{FF2B5EF4-FFF2-40B4-BE49-F238E27FC236}">
                <a16:creationId xmlns:a16="http://schemas.microsoft.com/office/drawing/2014/main" id="{DC2E4B07-8E91-D203-DB81-7D81B38FDBE1}"/>
              </a:ext>
            </a:extLst>
          </p:cNvPr>
          <p:cNvPicPr>
            <a:picLocks noChangeAspect="1"/>
          </p:cNvPicPr>
          <p:nvPr/>
        </p:nvPicPr>
        <p:blipFill>
          <a:blip r:embed="rId7"/>
          <a:stretch>
            <a:fillRect/>
          </a:stretch>
        </p:blipFill>
        <p:spPr>
          <a:xfrm>
            <a:off x="15733460" y="1563270"/>
            <a:ext cx="7402945" cy="5234940"/>
          </a:xfrm>
          <a:prstGeom prst="rect">
            <a:avLst/>
          </a:prstGeom>
        </p:spPr>
      </p:pic>
    </p:spTree>
    <p:extLst>
      <p:ext uri="{BB962C8B-B14F-4D97-AF65-F5344CB8AC3E}">
        <p14:creationId xmlns:p14="http://schemas.microsoft.com/office/powerpoint/2010/main" val="183108959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B62B5-2985-3337-FBC2-1C222447D89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EB9F00B-5FBF-0043-4D90-F9617586B227}"/>
              </a:ext>
            </a:extLst>
          </p:cNvPr>
          <p:cNvPicPr>
            <a:picLocks noChangeAspect="1"/>
          </p:cNvPicPr>
          <p:nvPr/>
        </p:nvPicPr>
        <p:blipFill>
          <a:blip r:embed="rId2"/>
          <a:stretch>
            <a:fillRect/>
          </a:stretch>
        </p:blipFill>
        <p:spPr>
          <a:xfrm>
            <a:off x="7733439" y="6715951"/>
            <a:ext cx="15644028" cy="6045431"/>
          </a:xfrm>
          <a:prstGeom prst="rect">
            <a:avLst/>
          </a:prstGeom>
        </p:spPr>
      </p:pic>
      <p:pic>
        <p:nvPicPr>
          <p:cNvPr id="11" name="Picture 10">
            <a:extLst>
              <a:ext uri="{FF2B5EF4-FFF2-40B4-BE49-F238E27FC236}">
                <a16:creationId xmlns:a16="http://schemas.microsoft.com/office/drawing/2014/main" id="{6017385A-DF49-6650-F87A-87215319621A}"/>
              </a:ext>
            </a:extLst>
          </p:cNvPr>
          <p:cNvPicPr>
            <a:picLocks noChangeAspect="1"/>
          </p:cNvPicPr>
          <p:nvPr/>
        </p:nvPicPr>
        <p:blipFill>
          <a:blip r:embed="rId3"/>
          <a:stretch>
            <a:fillRect/>
          </a:stretch>
        </p:blipFill>
        <p:spPr>
          <a:xfrm>
            <a:off x="574673" y="2544200"/>
            <a:ext cx="15895917" cy="5896648"/>
          </a:xfrm>
          <a:prstGeom prst="rect">
            <a:avLst/>
          </a:prstGeom>
        </p:spPr>
      </p:pic>
      <p:sp>
        <p:nvSpPr>
          <p:cNvPr id="2" name="Title 1">
            <a:extLst>
              <a:ext uri="{FF2B5EF4-FFF2-40B4-BE49-F238E27FC236}">
                <a16:creationId xmlns:a16="http://schemas.microsoft.com/office/drawing/2014/main" id="{0C58A182-FF8A-49F0-BEEC-42ED2DF7A1B7}"/>
              </a:ext>
            </a:extLst>
          </p:cNvPr>
          <p:cNvSpPr>
            <a:spLocks noGrp="1"/>
          </p:cNvSpPr>
          <p:nvPr>
            <p:ph type="title"/>
          </p:nvPr>
        </p:nvSpPr>
        <p:spPr>
          <a:xfrm>
            <a:off x="576070" y="384048"/>
            <a:ext cx="23542996" cy="1141412"/>
          </a:xfrm>
        </p:spPr>
        <p:txBody>
          <a:bodyPr/>
          <a:lstStyle/>
          <a:p>
            <a:r>
              <a:rPr lang="en-US" dirty="0"/>
              <a:t>EPM Example: HashiCorp </a:t>
            </a:r>
            <a:r>
              <a:rPr lang="en-US" dirty="0" err="1"/>
              <a:t>Topsheet</a:t>
            </a:r>
            <a:endParaRPr lang="en-US" dirty="0"/>
          </a:p>
        </p:txBody>
      </p:sp>
      <p:sp>
        <p:nvSpPr>
          <p:cNvPr id="3" name="Slide Number Placeholder 2">
            <a:extLst>
              <a:ext uri="{FF2B5EF4-FFF2-40B4-BE49-F238E27FC236}">
                <a16:creationId xmlns:a16="http://schemas.microsoft.com/office/drawing/2014/main" id="{E0A3C7A5-DDB3-F9CE-14E8-9E41561D31AB}"/>
              </a:ext>
            </a:extLst>
          </p:cNvPr>
          <p:cNvSpPr>
            <a:spLocks noGrp="1"/>
          </p:cNvSpPr>
          <p:nvPr>
            <p:ph type="sldNum" sz="quarter" idx="4"/>
          </p:nvPr>
        </p:nvSpPr>
        <p:spPr/>
        <p:txBody>
          <a:bodyPr/>
          <a:lstStyle/>
          <a:p>
            <a:fld id="{86CB4B4D-7CA3-9044-876B-883B54F8677D}" type="slidenum">
              <a:rPr lang="en-US" smtClean="0"/>
              <a:pPr/>
              <a:t>11</a:t>
            </a:fld>
            <a:endParaRPr lang="en-US" dirty="0"/>
          </a:p>
        </p:txBody>
      </p:sp>
      <p:sp>
        <p:nvSpPr>
          <p:cNvPr id="6" name="Footer Placeholder 7">
            <a:extLst>
              <a:ext uri="{FF2B5EF4-FFF2-40B4-BE49-F238E27FC236}">
                <a16:creationId xmlns:a16="http://schemas.microsoft.com/office/drawing/2014/main" id="{5BC597BD-A2A0-A446-30F0-B5213D731840}"/>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2025 IBM Corporation</a:t>
            </a:r>
          </a:p>
        </p:txBody>
      </p:sp>
      <p:sp>
        <p:nvSpPr>
          <p:cNvPr id="14" name="Text Placeholder 3">
            <a:extLst>
              <a:ext uri="{FF2B5EF4-FFF2-40B4-BE49-F238E27FC236}">
                <a16:creationId xmlns:a16="http://schemas.microsoft.com/office/drawing/2014/main" id="{AC85BFA3-5D85-891B-D058-AA534D391AC1}"/>
              </a:ext>
            </a:extLst>
          </p:cNvPr>
          <p:cNvSpPr txBox="1">
            <a:spLocks/>
          </p:cNvSpPr>
          <p:nvPr/>
        </p:nvSpPr>
        <p:spPr>
          <a:xfrm>
            <a:off x="574673" y="1717132"/>
            <a:ext cx="22966917" cy="102817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p14="http://schemas.microsoft.com/office/powerpoint/2010/main" xmlns:a16="http://schemas.microsoft.com/office/drawing/2014/main"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IBM Plex Sans Light" panose="020B04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t>EPM HashiCorp </a:t>
            </a:r>
            <a:r>
              <a:rPr lang="en-US" kern="0" dirty="0" err="1"/>
              <a:t>Topsheet</a:t>
            </a:r>
            <a:r>
              <a:rPr lang="en-US" kern="0" dirty="0"/>
              <a:t> (</a:t>
            </a:r>
            <a:r>
              <a:rPr lang="en-US" u="sng" dirty="0">
                <a:hlinkClick r:id="rId4"/>
              </a:rPr>
              <a:t>https://ibm.biz/HashiCorpTopsheet</a:t>
            </a:r>
            <a:r>
              <a:rPr lang="en-US" u="sng" dirty="0"/>
              <a:t>)</a:t>
            </a:r>
            <a:endParaRPr lang="en-US" kern="0" dirty="0"/>
          </a:p>
          <a:p>
            <a:endParaRPr lang="en-US" kern="0" dirty="0"/>
          </a:p>
          <a:p>
            <a:endParaRPr lang="en-US" kern="0" dirty="0"/>
          </a:p>
          <a:p>
            <a:endParaRPr lang="en-US" kern="0" dirty="0"/>
          </a:p>
          <a:p>
            <a:endParaRPr lang="en-US" kern="0" dirty="0"/>
          </a:p>
          <a:p>
            <a:endParaRPr lang="en-US" kern="0" dirty="0"/>
          </a:p>
          <a:p>
            <a:endParaRPr lang="en-US" kern="0" dirty="0"/>
          </a:p>
          <a:p>
            <a:endParaRPr lang="en-US" kern="0" dirty="0"/>
          </a:p>
        </p:txBody>
      </p:sp>
      <p:sp>
        <p:nvSpPr>
          <p:cNvPr id="5" name="Rectangle 3">
            <a:extLst>
              <a:ext uri="{FF2B5EF4-FFF2-40B4-BE49-F238E27FC236}">
                <a16:creationId xmlns:a16="http://schemas.microsoft.com/office/drawing/2014/main" id="{E8636F34-A092-3960-88BA-25F478D2706B}"/>
              </a:ext>
            </a:extLst>
          </p:cNvPr>
          <p:cNvSpPr>
            <a:spLocks noChangeArrowheads="1"/>
          </p:cNvSpPr>
          <p:nvPr/>
        </p:nvSpPr>
        <p:spPr bwMode="auto">
          <a:xfrm>
            <a:off x="574675" y="8801635"/>
            <a:ext cx="24387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Text Placeholder 3">
            <a:extLst>
              <a:ext uri="{FF2B5EF4-FFF2-40B4-BE49-F238E27FC236}">
                <a16:creationId xmlns:a16="http://schemas.microsoft.com/office/drawing/2014/main" id="{E62BEFB7-A985-486D-6CFC-B5269B8D39B3}"/>
              </a:ext>
            </a:extLst>
          </p:cNvPr>
          <p:cNvSpPr txBox="1">
            <a:spLocks/>
          </p:cNvSpPr>
          <p:nvPr/>
        </p:nvSpPr>
        <p:spPr>
          <a:xfrm>
            <a:off x="17234981" y="4865742"/>
            <a:ext cx="7016739" cy="11929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p14="http://schemas.microsoft.com/office/powerpoint/2010/main" xmlns:a16="http://schemas.microsoft.com/office/drawing/2014/main"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1200"/>
              </a:spcBef>
              <a:buSzPct val="100000"/>
            </a:pPr>
            <a:r>
              <a:rPr lang="en-US" sz="2800" kern="0" dirty="0">
                <a:solidFill>
                  <a:srgbClr val="002060"/>
                </a:solidFill>
                <a:latin typeface="IBM Plex Sans" panose="020B0503050203000203" pitchFamily="34" charset="0"/>
                <a:ea typeface="+mn-ea"/>
                <a:cs typeface="+mn-cs"/>
              </a:rPr>
              <a:t>ACV signings from IBM HashiCorp Flexible Subscription Licenses are included.</a:t>
            </a:r>
            <a:endParaRPr lang="en-US" sz="2800" kern="0" dirty="0">
              <a:latin typeface="IBM Plex Sans" panose="020B0503050203000203" pitchFamily="34" charset="0"/>
              <a:ea typeface="+mn-ea"/>
              <a:cs typeface="+mn-cs"/>
            </a:endParaRPr>
          </a:p>
          <a:p>
            <a:pPr marL="443865" indent="-446405">
              <a:lnSpc>
                <a:spcPct val="100000"/>
              </a:lnSpc>
              <a:spcBef>
                <a:spcPts val="1200"/>
              </a:spcBef>
              <a:buSzPct val="100000"/>
              <a:buFont typeface="Courier New" panose="02070309020205020404" pitchFamily="49" charset="0"/>
              <a:buChar char="o"/>
              <a:defRPr/>
            </a:pPr>
            <a:endParaRPr lang="en-US" sz="2800" kern="0" dirty="0">
              <a:latin typeface="IBM Plex Sans" panose="020B0503050203000203" pitchFamily="34" charset="0"/>
              <a:ea typeface="+mn-ea"/>
              <a:cs typeface="+mn-cs"/>
            </a:endParaRPr>
          </a:p>
          <a:p>
            <a:pPr>
              <a:lnSpc>
                <a:spcPct val="100000"/>
              </a:lnSpc>
              <a:spcBef>
                <a:spcPts val="1200"/>
              </a:spcBef>
              <a:buSzPct val="100000"/>
              <a:defRPr/>
            </a:pPr>
            <a:endParaRPr lang="en-US" sz="2800" kern="0" dirty="0">
              <a:latin typeface="IBM Plex Sans" panose="020B0503050203000203" pitchFamily="34" charset="0"/>
              <a:ea typeface="+mn-ea"/>
              <a:cs typeface="+mn-cs"/>
            </a:endParaRPr>
          </a:p>
          <a:p>
            <a:pPr>
              <a:spcBef>
                <a:spcPts val="1200"/>
              </a:spcBef>
              <a:buSzPct val="100000"/>
            </a:pPr>
            <a:endParaRPr lang="en-US" sz="2800" b="1" kern="0" dirty="0">
              <a:solidFill>
                <a:srgbClr val="000000"/>
              </a:solidFill>
              <a:highlight>
                <a:srgbClr val="E0E6FF"/>
              </a:highlight>
              <a:latin typeface="IBM Plex Sans" panose="020B0503050203000203" pitchFamily="34" charset="0"/>
            </a:endParaRPr>
          </a:p>
        </p:txBody>
      </p:sp>
      <p:sp>
        <p:nvSpPr>
          <p:cNvPr id="10" name="Down Arrow 9">
            <a:extLst>
              <a:ext uri="{FF2B5EF4-FFF2-40B4-BE49-F238E27FC236}">
                <a16:creationId xmlns:a16="http://schemas.microsoft.com/office/drawing/2014/main" id="{1250D870-E868-AE0F-D776-5CB810F3A133}"/>
              </a:ext>
            </a:extLst>
          </p:cNvPr>
          <p:cNvSpPr/>
          <p:nvPr/>
        </p:nvSpPr>
        <p:spPr bwMode="auto">
          <a:xfrm rot="5400000" flipH="1">
            <a:off x="14749758" y="3708354"/>
            <a:ext cx="639262" cy="3379877"/>
          </a:xfrm>
          <a:prstGeom prst="downArrow">
            <a:avLst/>
          </a:prstGeom>
          <a:solidFill>
            <a:srgbClr val="002060"/>
          </a:solidFill>
          <a:ln w="19050">
            <a:solidFill>
              <a:srgbClr val="00206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Tree>
    <p:extLst>
      <p:ext uri="{BB962C8B-B14F-4D97-AF65-F5344CB8AC3E}">
        <p14:creationId xmlns:p14="http://schemas.microsoft.com/office/powerpoint/2010/main" val="309599125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BE51D-8D41-AE7F-BE99-8E0368732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D9C25-1FD3-C5A5-F69B-326E3CA47085}"/>
              </a:ext>
            </a:extLst>
          </p:cNvPr>
          <p:cNvSpPr>
            <a:spLocks noGrp="1"/>
          </p:cNvSpPr>
          <p:nvPr>
            <p:ph type="title"/>
          </p:nvPr>
        </p:nvSpPr>
        <p:spPr/>
        <p:txBody>
          <a:bodyPr/>
          <a:lstStyle/>
          <a:p>
            <a:r>
              <a:rPr lang="en-US" sz="7200" dirty="0"/>
              <a:t>FSL in IBM Quoting</a:t>
            </a:r>
            <a:br>
              <a:rPr lang="en-US" sz="7200" dirty="0"/>
            </a:br>
            <a:br>
              <a:rPr lang="en-US" sz="7200" dirty="0"/>
            </a:br>
            <a:endParaRPr lang="en-US" sz="7200" dirty="0"/>
          </a:p>
        </p:txBody>
      </p:sp>
      <p:sp>
        <p:nvSpPr>
          <p:cNvPr id="5" name="TextBox 4">
            <a:extLst>
              <a:ext uri="{FF2B5EF4-FFF2-40B4-BE49-F238E27FC236}">
                <a16:creationId xmlns:a16="http://schemas.microsoft.com/office/drawing/2014/main" id="{C4F08BBC-2006-40D8-33AF-6F331569F02C}"/>
              </a:ext>
            </a:extLst>
          </p:cNvPr>
          <p:cNvSpPr txBox="1"/>
          <p:nvPr/>
        </p:nvSpPr>
        <p:spPr>
          <a:xfrm>
            <a:off x="21988130" y="10271051"/>
            <a:ext cx="0" cy="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xmlns:p14="http://schemas.microsoft.com/office/powerpoint/2010/main" xmlns:a16="http://schemas.microsoft.com/office/drawing/2014/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9" name="Slide Number Placeholder 8">
            <a:extLst>
              <a:ext uri="{FF2B5EF4-FFF2-40B4-BE49-F238E27FC236}">
                <a16:creationId xmlns:a16="http://schemas.microsoft.com/office/drawing/2014/main" id="{5DA195AF-FF07-FFF8-9D8E-DC0D7F4BA2E4}"/>
              </a:ext>
            </a:extLst>
          </p:cNvPr>
          <p:cNvSpPr>
            <a:spLocks noGrp="1"/>
          </p:cNvSpPr>
          <p:nvPr>
            <p:ph type="sldNum" sz="quarter" idx="4"/>
          </p:nvPr>
        </p:nvSpPr>
        <p:spPr/>
        <p:txBody>
          <a:bodyPr/>
          <a:lstStyle/>
          <a:p>
            <a:fld id="{86CB4B4D-7CA3-9044-876B-883B54F8677D}" type="slidenum">
              <a:rPr lang="en-US" smtClean="0"/>
              <a:pPr/>
              <a:t>12</a:t>
            </a:fld>
            <a:endParaRPr lang="en-US" dirty="0"/>
          </a:p>
        </p:txBody>
      </p:sp>
      <p:sp>
        <p:nvSpPr>
          <p:cNvPr id="7" name="Footer Placeholder 7">
            <a:extLst>
              <a:ext uri="{FF2B5EF4-FFF2-40B4-BE49-F238E27FC236}">
                <a16:creationId xmlns:a16="http://schemas.microsoft.com/office/drawing/2014/main" id="{22D82B7C-A8CF-2101-4728-0783748A08D3}"/>
              </a:ext>
            </a:extLst>
          </p:cNvPr>
          <p:cNvSpPr>
            <a:spLocks noGrp="1"/>
          </p:cNvSpPr>
          <p:nvPr>
            <p:ph type="ftr" sz="quarter" idx="18"/>
          </p:nvPr>
        </p:nvSpPr>
        <p:spPr>
          <a:xfrm>
            <a:off x="574675" y="12938838"/>
            <a:ext cx="12804776" cy="246221"/>
          </a:xfrm>
        </p:spPr>
        <p:txBody>
          <a:bodyPr/>
          <a:lstStyle/>
          <a:p>
            <a:r>
              <a:rPr lang="en-US" dirty="0"/>
              <a:t>IBM Automation / IBM &amp; IBM Business Partner Use Only / © 2025 IBM Corporation</a:t>
            </a:r>
          </a:p>
        </p:txBody>
      </p:sp>
      <p:pic>
        <p:nvPicPr>
          <p:cNvPr id="3" name="Picture 2">
            <a:extLst>
              <a:ext uri="{FF2B5EF4-FFF2-40B4-BE49-F238E27FC236}">
                <a16:creationId xmlns:a16="http://schemas.microsoft.com/office/drawing/2014/main" id="{6506D2EB-5FAF-F2C1-56F1-0678E45FE76B}"/>
              </a:ext>
            </a:extLst>
          </p:cNvPr>
          <p:cNvPicPr>
            <a:picLocks noChangeAspect="1"/>
          </p:cNvPicPr>
          <p:nvPr/>
        </p:nvPicPr>
        <p:blipFill>
          <a:blip r:embed="rId2"/>
          <a:stretch>
            <a:fillRect/>
          </a:stretch>
        </p:blipFill>
        <p:spPr>
          <a:xfrm>
            <a:off x="7109777" y="2158580"/>
            <a:ext cx="14320008" cy="6154849"/>
          </a:xfrm>
          <a:prstGeom prst="rect">
            <a:avLst/>
          </a:prstGeom>
        </p:spPr>
      </p:pic>
      <p:graphicFrame>
        <p:nvGraphicFramePr>
          <p:cNvPr id="6" name="Table 5">
            <a:extLst>
              <a:ext uri="{FF2B5EF4-FFF2-40B4-BE49-F238E27FC236}">
                <a16:creationId xmlns:a16="http://schemas.microsoft.com/office/drawing/2014/main" id="{58BE33D6-905C-0469-B95F-E81F31150DB8}"/>
              </a:ext>
            </a:extLst>
          </p:cNvPr>
          <p:cNvGraphicFramePr>
            <a:graphicFrameLocks noGrp="1"/>
          </p:cNvGraphicFramePr>
          <p:nvPr>
            <p:extLst>
              <p:ext uri="{D42A27DB-BD31-4B8C-83A1-F6EECF244321}">
                <p14:modId xmlns:p14="http://schemas.microsoft.com/office/powerpoint/2010/main" val="3240247665"/>
              </p:ext>
            </p:extLst>
          </p:nvPr>
        </p:nvGraphicFramePr>
        <p:xfrm>
          <a:off x="848342" y="6281932"/>
          <a:ext cx="3503423" cy="4847322"/>
        </p:xfrm>
        <a:graphic>
          <a:graphicData uri="http://schemas.openxmlformats.org/drawingml/2006/table">
            <a:tbl>
              <a:tblPr firstRow="1" bandRow="1">
                <a:tableStyleId>{17292A2E-F333-43FB-9621-5CBBE7FDCDCB}</a:tableStyleId>
              </a:tblPr>
              <a:tblGrid>
                <a:gridCol w="3503423">
                  <a:extLst>
                    <a:ext uri="{9D8B030D-6E8A-4147-A177-3AD203B41FA5}">
                      <a16:colId xmlns:a16="http://schemas.microsoft.com/office/drawing/2014/main" val="942448094"/>
                    </a:ext>
                  </a:extLst>
                </a:gridCol>
              </a:tblGrid>
              <a:tr h="553277">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2800" b="1" i="0" u="none" strike="noStrike" kern="1200" cap="none" spc="0" baseline="0" dirty="0">
                          <a:solidFill>
                            <a:schemeClr val="accent1"/>
                          </a:solidFill>
                          <a:uFillTx/>
                          <a:latin typeface="IBM Plex Sans" panose="020B0503050203000203" pitchFamily="34" charset="0"/>
                          <a:ea typeface="+mn-ea"/>
                          <a:cs typeface="+mn-cs"/>
                          <a:sym typeface="IBM Plex Sans"/>
                        </a:rPr>
                        <a:t>Offerings</a:t>
                      </a:r>
                      <a:endParaRPr lang="en-US" sz="2800" b="1" i="0" u="none" strike="noStrike" kern="1200" cap="none" spc="0" baseline="0" dirty="0">
                        <a:solidFill>
                          <a:schemeClr val="tx1"/>
                        </a:solidFill>
                        <a:uFillTx/>
                        <a:latin typeface="IBM Plex Sans" panose="020B0503050203000203" pitchFamily="34" charset="0"/>
                        <a:ea typeface="+mn-ea"/>
                        <a:cs typeface="+mn-cs"/>
                        <a:sym typeface="IBM Plex Sans"/>
                      </a:endParaRPr>
                    </a:p>
                  </a:txBody>
                  <a:tcPr marT="50800" marB="508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672242480"/>
                  </a:ext>
                </a:extLst>
              </a:tr>
              <a:tr h="858809">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2000" b="0" i="0" u="none" strike="noStrike" cap="none" spc="0" baseline="0" noProof="0" dirty="0">
                          <a:solidFill>
                            <a:schemeClr val="tx1"/>
                          </a:solidFill>
                          <a:uFillTx/>
                          <a:latin typeface="IBM Plex Sans" panose="020B0503050203000203" pitchFamily="34" charset="0"/>
                          <a:ea typeface="+mn-ea"/>
                          <a:cs typeface="+mn-cs"/>
                          <a:sym typeface="IBM Plex Sans"/>
                        </a:rPr>
                        <a:t>             </a:t>
                      </a:r>
                      <a:r>
                        <a:rPr kumimoji="0" lang="en-US" sz="2800" b="1" i="0" u="none" strike="noStrike" kern="1200" cap="none" spc="0" normalizeH="0" baseline="0" noProof="0" dirty="0">
                          <a:ln>
                            <a:noFill/>
                          </a:ln>
                          <a:solidFill>
                            <a:srgbClr val="7030A0"/>
                          </a:solidFill>
                          <a:effectLst/>
                          <a:uLnTx/>
                          <a:uFillTx/>
                          <a:latin typeface="IBM Plex Sans" panose="020B0503050203000203" pitchFamily="34" charset="0"/>
                          <a:ea typeface="+mn-ea"/>
                          <a:cs typeface="+mn-cs"/>
                          <a:sym typeface="IBM Plex Sans Light"/>
                        </a:rPr>
                        <a:t>Terraform</a:t>
                      </a:r>
                      <a:endParaRPr lang="en-US" sz="2000" b="0" i="0" u="none" strike="noStrike" cap="none" spc="0" baseline="0" noProof="0" dirty="0">
                        <a:solidFill>
                          <a:schemeClr val="tx1"/>
                        </a:solidFill>
                        <a:uFillTx/>
                        <a:latin typeface="IBM Plex Sans" panose="020B0503050203000203" pitchFamily="34" charset="0"/>
                        <a:ea typeface="+mn-ea"/>
                        <a:cs typeface="+mn-cs"/>
                        <a:sym typeface="IBM Plex Sans"/>
                      </a:endParaRPr>
                    </a:p>
                  </a:txBody>
                  <a:tcPr marT="50800" marB="5080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3129638440"/>
                  </a:ext>
                </a:extLst>
              </a:tr>
              <a:tr h="858809">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2000" b="0" i="0" u="none" strike="noStrike" cap="none" spc="0" baseline="0" noProof="0" dirty="0">
                          <a:solidFill>
                            <a:schemeClr val="tx1"/>
                          </a:solidFill>
                          <a:uFillTx/>
                          <a:latin typeface="IBM Plex Sans" panose="020B0503050203000203" pitchFamily="34" charset="0"/>
                          <a:ea typeface="+mn-ea"/>
                          <a:cs typeface="+mn-cs"/>
                          <a:sym typeface="IBM Plex Sans"/>
                        </a:rPr>
                        <a:t>             </a:t>
                      </a:r>
                      <a:r>
                        <a:rPr kumimoji="0" lang="en-US" sz="2800" b="1" i="0" u="none" strike="noStrike" kern="1200" cap="none" spc="0" normalizeH="0" baseline="0" noProof="0" dirty="0">
                          <a:ln>
                            <a:noFill/>
                          </a:ln>
                          <a:solidFill>
                            <a:srgbClr val="0BD193"/>
                          </a:solidFill>
                          <a:effectLst/>
                          <a:uLnTx/>
                          <a:uFillTx/>
                          <a:latin typeface="IBM Plex Sans" panose="020B0503050203000203" pitchFamily="34" charset="0"/>
                          <a:ea typeface="+mn-ea"/>
                          <a:cs typeface="+mn-cs"/>
                          <a:sym typeface="IBM Plex Sans Light"/>
                        </a:rPr>
                        <a:t>Nomad</a:t>
                      </a:r>
                      <a:endParaRPr lang="en-US" sz="2000" b="0" i="0" u="none" strike="noStrike" cap="none" spc="0" baseline="0" noProof="0" dirty="0">
                        <a:solidFill>
                          <a:schemeClr val="tx1"/>
                        </a:solidFill>
                        <a:uFillTx/>
                        <a:latin typeface="IBM Plex Sans" panose="020B0503050203000203" pitchFamily="34" charset="0"/>
                        <a:ea typeface="+mn-ea"/>
                        <a:cs typeface="+mn-cs"/>
                        <a:sym typeface="IBM Plex Sans"/>
                      </a:endParaRPr>
                    </a:p>
                  </a:txBody>
                  <a:tcPr marT="50800" marB="50800"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lumMod val="50000"/>
                          <a:lumOff val="50000"/>
                        </a:schemeClr>
                      </a:solidFill>
                      <a:prstDash val="sysDot"/>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2697943232"/>
                  </a:ext>
                </a:extLst>
              </a:tr>
              <a:tr h="858809">
                <a:tc>
                  <a: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lang="en-US" sz="2000" b="0" i="0" u="none" strike="noStrike" cap="none" spc="0" baseline="0" noProof="0" dirty="0">
                          <a:solidFill>
                            <a:schemeClr val="tx1"/>
                          </a:solidFill>
                          <a:uFillTx/>
                          <a:latin typeface="IBM Plex Sans" panose="020B0503050203000203" pitchFamily="34" charset="0"/>
                          <a:ea typeface="+mn-ea"/>
                          <a:cs typeface="+mn-cs"/>
                          <a:sym typeface="IBM Plex Sans"/>
                        </a:rPr>
                        <a:t>             </a:t>
                      </a:r>
                      <a:r>
                        <a:rPr kumimoji="0" lang="en-US" sz="2800" b="1" i="0" u="none" strike="noStrike" kern="1200" cap="none" spc="0" normalizeH="0" baseline="0" noProof="0" dirty="0">
                          <a:ln>
                            <a:noFill/>
                          </a:ln>
                          <a:solidFill>
                            <a:srgbClr val="F1C21B"/>
                          </a:solidFill>
                          <a:effectLst/>
                          <a:uLnTx/>
                          <a:uFillTx/>
                          <a:latin typeface="IBM Plex Sans" panose="020B0503050203000203" pitchFamily="34" charset="0"/>
                          <a:ea typeface="+mn-ea"/>
                          <a:cs typeface="+mn-cs"/>
                          <a:sym typeface="IBM Plex Sans Light"/>
                        </a:rPr>
                        <a:t>Vault</a:t>
                      </a:r>
                      <a:endParaRPr kumimoji="0" lang="en-US" sz="2400" b="1" i="0" u="none" strike="noStrike" kern="1200" cap="none" spc="0" normalizeH="0" baseline="0" noProof="0" dirty="0">
                        <a:ln>
                          <a:noFill/>
                        </a:ln>
                        <a:solidFill>
                          <a:srgbClr val="7030A0"/>
                        </a:solidFill>
                        <a:effectLst/>
                        <a:uLnTx/>
                        <a:uFillTx/>
                        <a:latin typeface="IBM Plex Sans" panose="020B0503050203000203" pitchFamily="34" charset="0"/>
                        <a:ea typeface="+mn-ea"/>
                        <a:cs typeface="+mn-cs"/>
                        <a:sym typeface="IBM Plex Sans"/>
                      </a:endParaRPr>
                    </a:p>
                  </a:txBody>
                  <a:tcPr marT="50800" marB="50800" anchor="ctr">
                    <a:lnL w="6350" cap="flat" cmpd="sng" algn="ctr">
                      <a:solidFill>
                        <a:schemeClr val="bg1"/>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tx2">
                          <a:lumMod val="50000"/>
                          <a:lumOff val="50000"/>
                        </a:schemeClr>
                      </a:solidFill>
                      <a:prstDash val="sysDot"/>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959551473"/>
                  </a:ext>
                </a:extLst>
              </a:tr>
              <a:tr h="858809">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2000" b="0" i="0" u="none" strike="noStrike" cap="none" spc="0" baseline="0" noProof="0" dirty="0">
                          <a:solidFill>
                            <a:schemeClr val="tx1"/>
                          </a:solidFill>
                          <a:uFillTx/>
                          <a:latin typeface="IBM Plex Sans" panose="020B0503050203000203" pitchFamily="34" charset="0"/>
                          <a:ea typeface="+mn-ea"/>
                          <a:cs typeface="+mn-cs"/>
                          <a:sym typeface="IBM Plex Sans"/>
                        </a:rPr>
                        <a:t>             </a:t>
                      </a:r>
                      <a:r>
                        <a:rPr kumimoji="0" lang="en-US" sz="2800" b="1" i="0" u="none" strike="noStrike" kern="1200" cap="none" spc="0" normalizeH="0" baseline="0" noProof="0" dirty="0">
                          <a:ln>
                            <a:noFill/>
                          </a:ln>
                          <a:solidFill>
                            <a:srgbClr val="F34C53"/>
                          </a:solidFill>
                          <a:effectLst/>
                          <a:uLnTx/>
                          <a:uFillTx/>
                          <a:latin typeface="IBM Plex Sans" panose="020B0503050203000203" pitchFamily="34" charset="0"/>
                          <a:ea typeface="+mn-ea"/>
                          <a:cs typeface="+mn-cs"/>
                          <a:sym typeface="IBM Plex Sans Light"/>
                        </a:rPr>
                        <a:t>Boundary</a:t>
                      </a:r>
                      <a:endParaRPr lang="en-US" sz="2000" b="0" i="0" u="none" strike="noStrike" cap="none" spc="0" baseline="0" noProof="0" dirty="0">
                        <a:solidFill>
                          <a:srgbClr val="F34C53"/>
                        </a:solidFill>
                        <a:uFillTx/>
                        <a:latin typeface="IBM Plex Sans" panose="020B0503050203000203" pitchFamily="34" charset="0"/>
                        <a:ea typeface="+mn-ea"/>
                        <a:cs typeface="+mn-cs"/>
                        <a:sym typeface="IBM Plex Sans"/>
                      </a:endParaRPr>
                    </a:p>
                  </a:txBody>
                  <a:tcPr marT="50800" marB="50800" anchor="ctr">
                    <a:lnL w="6350" cap="flat" cmpd="sng" algn="ctr">
                      <a:solidFill>
                        <a:schemeClr val="bg1"/>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tx2">
                          <a:lumMod val="50000"/>
                          <a:lumOff val="50000"/>
                        </a:schemeClr>
                      </a:solidFill>
                      <a:prstDash val="sysDot"/>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93318488"/>
                  </a:ext>
                </a:extLst>
              </a:tr>
              <a:tr h="858809">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1C21B"/>
                          </a:solidFill>
                          <a:effectLst/>
                          <a:uLnTx/>
                          <a:uFillTx/>
                          <a:latin typeface="IBM Plex Sans" panose="020B0503050203000203" pitchFamily="34" charset="0"/>
                          <a:ea typeface="+mn-ea"/>
                          <a:cs typeface="+mn-cs"/>
                          <a:sym typeface="IBM Plex Sans Light"/>
                        </a:rPr>
                        <a:t>         </a:t>
                      </a:r>
                      <a:r>
                        <a:rPr kumimoji="0" lang="en-US" sz="2800" b="1" i="0" u="none" strike="noStrike" kern="1200" cap="none" spc="0" normalizeH="0" baseline="0" noProof="0" dirty="0">
                          <a:ln>
                            <a:noFill/>
                          </a:ln>
                          <a:solidFill>
                            <a:srgbClr val="E13775"/>
                          </a:solidFill>
                          <a:effectLst/>
                          <a:uLnTx/>
                          <a:uFillTx/>
                          <a:latin typeface="IBM Plex Sans" panose="020B0503050203000203" pitchFamily="34" charset="0"/>
                          <a:ea typeface="+mn-ea"/>
                          <a:cs typeface="+mn-cs"/>
                          <a:sym typeface="IBM Plex Sans Light"/>
                        </a:rPr>
                        <a:t>Consul</a:t>
                      </a:r>
                      <a:endParaRPr kumimoji="0" lang="en-US" sz="2800" b="1" i="0" u="none" strike="noStrike" kern="1200" cap="none" spc="0" normalizeH="0" baseline="0" noProof="0" dirty="0">
                        <a:ln>
                          <a:noFill/>
                        </a:ln>
                        <a:solidFill>
                          <a:srgbClr val="E13775"/>
                        </a:solidFill>
                        <a:effectLst/>
                        <a:uLnTx/>
                        <a:uFillTx/>
                        <a:latin typeface="IBM Plex Sans" panose="020B0503050203000203" pitchFamily="34" charset="0"/>
                        <a:ea typeface="+mn-ea"/>
                        <a:cs typeface="+mn-cs"/>
                        <a:sym typeface="IBM Plex Sans"/>
                      </a:endParaRPr>
                    </a:p>
                  </a:txBody>
                  <a:tcPr marT="50800" marB="50800" anchor="ctr">
                    <a:lnL w="6350" cap="flat" cmpd="sng" algn="ctr">
                      <a:solidFill>
                        <a:schemeClr val="bg1"/>
                      </a:solidFill>
                      <a:prstDash val="solid"/>
                      <a:round/>
                      <a:headEnd type="none" w="med" len="med"/>
                      <a:tailEnd type="none" w="med" len="med"/>
                    </a:lnL>
                    <a:lnR w="12700" cap="flat" cmpd="sng" algn="ctr">
                      <a:noFill/>
                      <a:prstDash val="sysDot"/>
                      <a:round/>
                      <a:headEnd type="none" w="med" len="med"/>
                      <a:tailEnd type="none" w="med" len="med"/>
                    </a:lnR>
                    <a:lnT w="6350" cap="flat" cmpd="sng" algn="ctr">
                      <a:solidFill>
                        <a:schemeClr val="tx2">
                          <a:lumMod val="50000"/>
                          <a:lumOff val="50000"/>
                        </a:schemeClr>
                      </a:solidFill>
                      <a:prstDash val="sysDot"/>
                      <a:round/>
                      <a:headEnd type="none" w="med" len="med"/>
                      <a:tailEnd type="none" w="med" len="med"/>
                    </a:lnT>
                    <a:lnB w="6350" cap="flat" cmpd="sng" algn="ctr">
                      <a:solidFill>
                        <a:schemeClr val="tx2">
                          <a:lumMod val="50000"/>
                          <a:lumOff val="50000"/>
                        </a:schemeClr>
                      </a:solidFill>
                      <a:prstDash val="sysDot"/>
                      <a:round/>
                      <a:headEnd type="none" w="med" len="med"/>
                      <a:tailEnd type="none" w="med" len="med"/>
                    </a:lnB>
                    <a:noFill/>
                  </a:tcPr>
                </a:tc>
                <a:extLst>
                  <a:ext uri="{0D108BD9-81ED-4DB2-BD59-A6C34878D82A}">
                    <a16:rowId xmlns:a16="http://schemas.microsoft.com/office/drawing/2014/main" val="1408512079"/>
                  </a:ext>
                </a:extLst>
              </a:tr>
            </a:tbl>
          </a:graphicData>
        </a:graphic>
      </p:graphicFrame>
      <p:sp>
        <p:nvSpPr>
          <p:cNvPr id="8" name="Down Arrow 7">
            <a:extLst>
              <a:ext uri="{FF2B5EF4-FFF2-40B4-BE49-F238E27FC236}">
                <a16:creationId xmlns:a16="http://schemas.microsoft.com/office/drawing/2014/main" id="{6D05BD66-1E55-572E-7F5D-C64147C76844}"/>
              </a:ext>
            </a:extLst>
          </p:cNvPr>
          <p:cNvSpPr/>
          <p:nvPr/>
        </p:nvSpPr>
        <p:spPr bwMode="auto">
          <a:xfrm rot="16200000" flipH="1">
            <a:off x="6020820" y="7344115"/>
            <a:ext cx="639262" cy="1185523"/>
          </a:xfrm>
          <a:prstGeom prst="downArrow">
            <a:avLst/>
          </a:prstGeom>
          <a:solidFill>
            <a:srgbClr val="002060"/>
          </a:solidFill>
          <a:ln w="19050">
            <a:solidFill>
              <a:srgbClr val="00206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0" name="Down Arrow 9">
            <a:extLst>
              <a:ext uri="{FF2B5EF4-FFF2-40B4-BE49-F238E27FC236}">
                <a16:creationId xmlns:a16="http://schemas.microsoft.com/office/drawing/2014/main" id="{833FB1D6-BCC4-7471-3B15-7427530220A6}"/>
              </a:ext>
            </a:extLst>
          </p:cNvPr>
          <p:cNvSpPr/>
          <p:nvPr/>
        </p:nvSpPr>
        <p:spPr bwMode="auto">
          <a:xfrm rot="16200000" flipH="1">
            <a:off x="6020820" y="4603959"/>
            <a:ext cx="639262" cy="1185523"/>
          </a:xfrm>
          <a:prstGeom prst="downArrow">
            <a:avLst/>
          </a:prstGeom>
          <a:solidFill>
            <a:srgbClr val="002060"/>
          </a:solidFill>
          <a:ln w="19050">
            <a:solidFill>
              <a:srgbClr val="00206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6" name="Text Placeholder 3">
            <a:extLst>
              <a:ext uri="{FF2B5EF4-FFF2-40B4-BE49-F238E27FC236}">
                <a16:creationId xmlns:a16="http://schemas.microsoft.com/office/drawing/2014/main" id="{305457A4-CC48-8507-43A9-4A6FBA40C84B}"/>
              </a:ext>
            </a:extLst>
          </p:cNvPr>
          <p:cNvSpPr txBox="1">
            <a:spLocks/>
          </p:cNvSpPr>
          <p:nvPr/>
        </p:nvSpPr>
        <p:spPr>
          <a:xfrm>
            <a:off x="848342" y="2974469"/>
            <a:ext cx="5130428" cy="28839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p14="http://schemas.microsoft.com/office/powerpoint/2010/main" xmlns:a16="http://schemas.microsoft.com/office/drawing/2014/main" val="1"/>
            </a:ext>
          </a:extLst>
        </p:spPr>
        <p:txBody>
          <a:bodyPr lIns="0" tIns="0" rIns="0" bIns="0" anchor="t"/>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Bef>
                <a:spcPts val="1200"/>
              </a:spcBef>
              <a:buSzPct val="100000"/>
            </a:pPr>
            <a:r>
              <a:rPr lang="en-US" sz="2800" kern="0" dirty="0">
                <a:solidFill>
                  <a:srgbClr val="002060"/>
                </a:solidFill>
                <a:latin typeface="IBM Plex Sans" panose="020B0503050203000203" pitchFamily="34" charset="0"/>
                <a:ea typeface="+mn-ea"/>
                <a:cs typeface="+mn-cs"/>
              </a:rPr>
              <a:t>In IBM Quoting search for the IBM HashiCorp offering and select subscription license configurator. This will add the FSL to the quote.</a:t>
            </a:r>
            <a:endParaRPr lang="en-US" sz="2800" kern="0" dirty="0">
              <a:latin typeface="IBM Plex Sans" panose="020B0503050203000203" pitchFamily="34" charset="0"/>
              <a:ea typeface="+mn-ea"/>
              <a:cs typeface="+mn-cs"/>
            </a:endParaRPr>
          </a:p>
          <a:p>
            <a:pPr marL="443865" indent="-446405">
              <a:lnSpc>
                <a:spcPct val="100000"/>
              </a:lnSpc>
              <a:spcBef>
                <a:spcPts val="1200"/>
              </a:spcBef>
              <a:buSzPct val="100000"/>
              <a:buFont typeface="Courier New" panose="02070309020205020404" pitchFamily="49" charset="0"/>
              <a:buChar char="o"/>
              <a:defRPr/>
            </a:pPr>
            <a:endParaRPr lang="en-US" sz="2800" kern="0" dirty="0">
              <a:latin typeface="IBM Plex Sans" panose="020B0503050203000203" pitchFamily="34" charset="0"/>
              <a:ea typeface="+mn-ea"/>
              <a:cs typeface="+mn-cs"/>
            </a:endParaRPr>
          </a:p>
          <a:p>
            <a:pPr>
              <a:lnSpc>
                <a:spcPct val="100000"/>
              </a:lnSpc>
              <a:spcBef>
                <a:spcPts val="1200"/>
              </a:spcBef>
              <a:buSzPct val="100000"/>
              <a:defRPr/>
            </a:pPr>
            <a:endParaRPr lang="en-US" sz="2800" kern="0" dirty="0">
              <a:latin typeface="IBM Plex Sans" panose="020B0503050203000203" pitchFamily="34" charset="0"/>
              <a:ea typeface="+mn-ea"/>
              <a:cs typeface="+mn-cs"/>
            </a:endParaRPr>
          </a:p>
          <a:p>
            <a:pPr>
              <a:spcBef>
                <a:spcPts val="1200"/>
              </a:spcBef>
              <a:buSzPct val="100000"/>
            </a:pPr>
            <a:endParaRPr lang="en-US" sz="2800" b="1" kern="0" dirty="0">
              <a:solidFill>
                <a:srgbClr val="000000"/>
              </a:solidFill>
              <a:highlight>
                <a:srgbClr val="E0E6FF"/>
              </a:highlight>
              <a:latin typeface="IBM Plex Sans" panose="020B0503050203000203" pitchFamily="34" charset="0"/>
            </a:endParaRPr>
          </a:p>
        </p:txBody>
      </p:sp>
      <p:sp>
        <p:nvSpPr>
          <p:cNvPr id="17" name="Down Arrow 16">
            <a:extLst>
              <a:ext uri="{FF2B5EF4-FFF2-40B4-BE49-F238E27FC236}">
                <a16:creationId xmlns:a16="http://schemas.microsoft.com/office/drawing/2014/main" id="{A79A954B-011E-B63E-7044-B42A624743C0}"/>
              </a:ext>
            </a:extLst>
          </p:cNvPr>
          <p:cNvSpPr/>
          <p:nvPr/>
        </p:nvSpPr>
        <p:spPr bwMode="auto">
          <a:xfrm flipH="1">
            <a:off x="15836938" y="777162"/>
            <a:ext cx="639262" cy="1185523"/>
          </a:xfrm>
          <a:prstGeom prst="downArrow">
            <a:avLst/>
          </a:prstGeom>
          <a:solidFill>
            <a:srgbClr val="002060"/>
          </a:solidFill>
          <a:ln w="19050">
            <a:solidFill>
              <a:srgbClr val="00206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pic>
        <p:nvPicPr>
          <p:cNvPr id="11" name="Picture 10">
            <a:extLst>
              <a:ext uri="{FF2B5EF4-FFF2-40B4-BE49-F238E27FC236}">
                <a16:creationId xmlns:a16="http://schemas.microsoft.com/office/drawing/2014/main" id="{DAFA30DD-FC21-58F9-87AD-AC6EF18ECD4A}"/>
              </a:ext>
            </a:extLst>
          </p:cNvPr>
          <p:cNvPicPr>
            <a:picLocks noChangeAspect="1"/>
          </p:cNvPicPr>
          <p:nvPr/>
        </p:nvPicPr>
        <p:blipFill>
          <a:blip r:embed="rId3"/>
          <a:stretch>
            <a:fillRect/>
          </a:stretch>
        </p:blipFill>
        <p:spPr>
          <a:xfrm>
            <a:off x="14510458" y="6338051"/>
            <a:ext cx="8894395" cy="6600787"/>
          </a:xfrm>
          <a:prstGeom prst="rect">
            <a:avLst/>
          </a:prstGeom>
        </p:spPr>
      </p:pic>
      <p:sp>
        <p:nvSpPr>
          <p:cNvPr id="12" name="Down Arrow 11">
            <a:extLst>
              <a:ext uri="{FF2B5EF4-FFF2-40B4-BE49-F238E27FC236}">
                <a16:creationId xmlns:a16="http://schemas.microsoft.com/office/drawing/2014/main" id="{DFD85EE2-8602-DF9A-65EF-96A665C9FB9C}"/>
              </a:ext>
            </a:extLst>
          </p:cNvPr>
          <p:cNvSpPr/>
          <p:nvPr/>
        </p:nvSpPr>
        <p:spPr bwMode="auto">
          <a:xfrm rot="16200000" flipH="1">
            <a:off x="13304150" y="12083367"/>
            <a:ext cx="639262" cy="1185523"/>
          </a:xfrm>
          <a:prstGeom prst="downArrow">
            <a:avLst/>
          </a:prstGeom>
          <a:solidFill>
            <a:srgbClr val="002060"/>
          </a:solidFill>
          <a:ln w="19050">
            <a:solidFill>
              <a:srgbClr val="00206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Tree>
    <p:extLst>
      <p:ext uri="{BB962C8B-B14F-4D97-AF65-F5344CB8AC3E}">
        <p14:creationId xmlns:p14="http://schemas.microsoft.com/office/powerpoint/2010/main" val="87772997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8185256"/>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7_Plex" id="{A4655340-F487-3141-AF8F-0E65FE0071AD}" vid="{46662E18-3302-FE4B-8830-D48B3D9B9099}"/>
    </a:ext>
  </a:extLst>
</a:theme>
</file>

<file path=ppt/theme/theme2.xml><?xml version="1.0" encoding="utf-8"?>
<a:theme xmlns:a="http://schemas.openxmlformats.org/drawingml/2006/main" name="IBM presentation enablement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327600" marR="0" indent="-3276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kumimoji="0" sz="20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algn="l" defTabSz="2438400">
          <a:buSzPct val="100000"/>
          <a:defRPr sz="2400" dirty="0" smtClean="0">
            <a:cs typeface="Arial" panose="020B0604020202020204" pitchFamily="34"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4_Plex" id="{461DE280-6773-3240-A149-7E3C0A49F9FC}" vid="{119F70B9-3B70-5545-8722-9A4DAAA12CBF}"/>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4.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
  <TotalTime>39943</TotalTime>
  <Words>1273</Words>
  <Application>Microsoft Macintosh PowerPoint</Application>
  <PresentationFormat>Custom</PresentationFormat>
  <Paragraphs>195</Paragraphs>
  <Slides>13</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13</vt:i4>
      </vt:variant>
    </vt:vector>
  </HeadingPairs>
  <TitlesOfParts>
    <vt:vector size="22" baseType="lpstr">
      <vt:lpstr>Aptos</vt:lpstr>
      <vt:lpstr>Arial</vt:lpstr>
      <vt:lpstr>Courier New</vt:lpstr>
      <vt:lpstr>IBM Plex Sans</vt:lpstr>
      <vt:lpstr>IBM Plex Sans Light</vt:lpstr>
      <vt:lpstr>IBM Plex Sans Medm</vt:lpstr>
      <vt:lpstr>Trebuchet MS</vt:lpstr>
      <vt:lpstr>IBM presentation template</vt:lpstr>
      <vt:lpstr>IBM presentation enablement template</vt:lpstr>
      <vt:lpstr>PowerPoint Presentation</vt:lpstr>
      <vt:lpstr>Contents</vt:lpstr>
      <vt:lpstr>Flexible Subscription License – Introduction I/II  </vt:lpstr>
      <vt:lpstr>Flexible Subscription License – Introduction II/II</vt:lpstr>
      <vt:lpstr>Flexible Subscription License T&amp;Cs  </vt:lpstr>
      <vt:lpstr>How Credit Works / How to Process Early Terminations  </vt:lpstr>
      <vt:lpstr>FSL - Financial Treatment</vt:lpstr>
      <vt:lpstr>ELA Quoting Considerations</vt:lpstr>
      <vt:lpstr>Forecasting: ISC Guidance for FSL  </vt:lpstr>
      <vt:lpstr>HashiCorp Revenue Reporting (ISC and EPM)</vt:lpstr>
      <vt:lpstr>EPM Example: HashiCorp Topsheet</vt:lpstr>
      <vt:lpstr>FSL in IBM Quoting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Sapna Mahwal</dc:creator>
  <cp:keywords/>
  <dc:description/>
  <cp:lastModifiedBy>Matthias Staub</cp:lastModifiedBy>
  <cp:revision>482</cp:revision>
  <cp:lastPrinted>2019-04-25T15:14:05Z</cp:lastPrinted>
  <dcterms:created xsi:type="dcterms:W3CDTF">2024-10-25T20:57:14Z</dcterms:created>
  <dcterms:modified xsi:type="dcterms:W3CDTF">2026-02-10T08:11:41Z</dcterms:modified>
  <cp:category/>
</cp:coreProperties>
</file>